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8" r:id="rId3"/>
    <p:sldId id="256" r:id="rId4"/>
    <p:sldId id="258" r:id="rId5"/>
    <p:sldId id="259" r:id="rId6"/>
    <p:sldId id="272" r:id="rId7"/>
    <p:sldId id="264" r:id="rId8"/>
    <p:sldId id="263" r:id="rId9"/>
    <p:sldId id="265" r:id="rId10"/>
    <p:sldId id="266" r:id="rId11"/>
    <p:sldId id="269" r:id="rId12"/>
    <p:sldId id="271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FFCC29-8D08-E1FB-E06B-ADA09573855C}" v="527" dt="2026-02-25T14:01:37.618"/>
    <p1510:client id="{1EEBAA65-6675-E7A5-E067-43495BFA4ECD}" v="1" dt="2026-02-25T13:45:52.120"/>
    <p1510:client id="{305C036D-8A92-4698-B49E-FD1585E3ECA0}" v="285" dt="2026-02-25T14:01:23.249"/>
    <p1510:client id="{353658CF-0136-F2F6-DBF6-57B4256F8FE4}" v="2343" dt="2026-02-25T14:06:36.925"/>
    <p1510:client id="{4A0E0966-ACB1-5D91-7A6E-3BC0A86C961A}" v="3" dt="2026-02-25T12:48:29.712"/>
    <p1510:client id="{5AF3304E-B0AE-F69C-B8C2-55CD21D414F3}" v="5" dt="2026-02-25T12:51:10.846"/>
    <p1510:client id="{FFDB2B71-72A4-3976-1E5D-7E49610A2BAF}" v="42" dt="2026-02-25T12:45:59.0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353658CF-0136-F2F6-DBF6-57B4256F8FE4}"/>
    <pc:docChg chg="addSld delSld modSld">
      <pc:chgData name="Guest User" userId="" providerId="Windows Live" clId="Web-{353658CF-0136-F2F6-DBF6-57B4256F8FE4}" dt="2026-02-25T14:06:35.112" v="2081" actId="20577"/>
      <pc:docMkLst>
        <pc:docMk/>
      </pc:docMkLst>
      <pc:sldChg chg="addSp delSp modSp mod setBg">
        <pc:chgData name="Guest User" userId="" providerId="Windows Live" clId="Web-{353658CF-0136-F2F6-DBF6-57B4256F8FE4}" dt="2026-02-25T13:01:40.192" v="248"/>
        <pc:sldMkLst>
          <pc:docMk/>
          <pc:sldMk cId="3240665672" sldId="256"/>
        </pc:sldMkLst>
        <pc:spChg chg="mod">
          <ac:chgData name="Guest User" userId="" providerId="Windows Live" clId="Web-{353658CF-0136-F2F6-DBF6-57B4256F8FE4}" dt="2026-02-25T12:55:30.507" v="120" actId="1076"/>
          <ac:spMkLst>
            <pc:docMk/>
            <pc:sldMk cId="3240665672" sldId="256"/>
            <ac:spMk id="2" creationId="{260B915F-7FD4-744B-A8FF-E58CFF8188E6}"/>
          </ac:spMkLst>
        </pc:spChg>
        <pc:spChg chg="add del mod">
          <ac:chgData name="Guest User" userId="" providerId="Windows Live" clId="Web-{353658CF-0136-F2F6-DBF6-57B4256F8FE4}" dt="2026-02-25T13:01:35.816" v="246"/>
          <ac:spMkLst>
            <pc:docMk/>
            <pc:sldMk cId="3240665672" sldId="256"/>
            <ac:spMk id="3" creationId="{8C97B4F0-CF02-BE93-70F8-F4E09A8BC609}"/>
          </ac:spMkLst>
        </pc:spChg>
        <pc:spChg chg="add del mod">
          <ac:chgData name="Guest User" userId="" providerId="Windows Live" clId="Web-{353658CF-0136-F2F6-DBF6-57B4256F8FE4}" dt="2026-02-25T13:01:35.723" v="245"/>
          <ac:spMkLst>
            <pc:docMk/>
            <pc:sldMk cId="3240665672" sldId="256"/>
            <ac:spMk id="4" creationId="{653F3098-DA74-B691-1712-F13BE82866CB}"/>
          </ac:spMkLst>
        </pc:spChg>
        <pc:spChg chg="add del mod">
          <ac:chgData name="Guest User" userId="" providerId="Windows Live" clId="Web-{353658CF-0136-F2F6-DBF6-57B4256F8FE4}" dt="2026-02-25T13:01:34.801" v="244"/>
          <ac:spMkLst>
            <pc:docMk/>
            <pc:sldMk cId="3240665672" sldId="256"/>
            <ac:spMk id="5" creationId="{089626B8-5726-7AA0-F5CC-1314BB12D70F}"/>
          </ac:spMkLst>
        </pc:spChg>
        <pc:spChg chg="mod">
          <ac:chgData name="Guest User" userId="" providerId="Windows Live" clId="Web-{353658CF-0136-F2F6-DBF6-57B4256F8FE4}" dt="2026-02-25T12:55:02.444" v="115" actId="20577"/>
          <ac:spMkLst>
            <pc:docMk/>
            <pc:sldMk cId="3240665672" sldId="256"/>
            <ac:spMk id="6" creationId="{7418BA67-05B2-4C79-D360-B3B6EEC9007C}"/>
          </ac:spMkLst>
        </pc:spChg>
        <pc:spChg chg="del">
          <ac:chgData name="Guest User" userId="" providerId="Windows Live" clId="Web-{353658CF-0136-F2F6-DBF6-57B4256F8FE4}" dt="2026-02-25T12:46:38.251" v="2"/>
          <ac:spMkLst>
            <pc:docMk/>
            <pc:sldMk cId="3240665672" sldId="256"/>
            <ac:spMk id="7" creationId="{997C52B3-3519-97FD-7618-8B4475C679F9}"/>
          </ac:spMkLst>
        </pc:spChg>
        <pc:spChg chg="del mod">
          <ac:chgData name="Guest User" userId="" providerId="Windows Live" clId="Web-{353658CF-0136-F2F6-DBF6-57B4256F8FE4}" dt="2026-02-25T13:01:40.192" v="248"/>
          <ac:spMkLst>
            <pc:docMk/>
            <pc:sldMk cId="3240665672" sldId="256"/>
            <ac:spMk id="8" creationId="{E639841A-1FFE-8D99-4B94-EABEF2D110D1}"/>
          </ac:spMkLst>
        </pc:spChg>
        <pc:spChg chg="add del mod">
          <ac:chgData name="Guest User" userId="" providerId="Windows Live" clId="Web-{353658CF-0136-F2F6-DBF6-57B4256F8FE4}" dt="2026-02-25T12:51:47.392" v="77"/>
          <ac:spMkLst>
            <pc:docMk/>
            <pc:sldMk cId="3240665672" sldId="256"/>
            <ac:spMk id="12" creationId="{96FE7FBE-D530-32BC-D07C-A2E8D31953BA}"/>
          </ac:spMkLst>
        </pc:spChg>
        <pc:spChg chg="add mod">
          <ac:chgData name="Guest User" userId="" providerId="Windows Live" clId="Web-{353658CF-0136-F2F6-DBF6-57B4256F8FE4}" dt="2026-02-25T12:54:48.397" v="112"/>
          <ac:spMkLst>
            <pc:docMk/>
            <pc:sldMk cId="3240665672" sldId="256"/>
            <ac:spMk id="13" creationId="{9F72D4C8-882D-717F-C03C-B1AEDBE5C646}"/>
          </ac:spMkLst>
        </pc:spChg>
        <pc:spChg chg="add del mod ord">
          <ac:chgData name="Guest User" userId="" providerId="Windows Live" clId="Web-{353658CF-0136-F2F6-DBF6-57B4256F8FE4}" dt="2026-02-25T12:51:45.111" v="76"/>
          <ac:spMkLst>
            <pc:docMk/>
            <pc:sldMk cId="3240665672" sldId="256"/>
            <ac:spMk id="14" creationId="{A43D13A4-5004-C0E5-38F3-8D7D356F0C9D}"/>
          </ac:spMkLst>
        </pc:spChg>
        <pc:spChg chg="add del mod">
          <ac:chgData name="Guest User" userId="" providerId="Windows Live" clId="Web-{353658CF-0136-F2F6-DBF6-57B4256F8FE4}" dt="2026-02-25T13:01:34.019" v="243"/>
          <ac:spMkLst>
            <pc:docMk/>
            <pc:sldMk cId="3240665672" sldId="256"/>
            <ac:spMk id="18" creationId="{E0A17215-62C8-BE8C-3436-C6FF1191301D}"/>
          </ac:spMkLst>
        </pc:spChg>
        <pc:spChg chg="add del mod">
          <ac:chgData name="Guest User" userId="" providerId="Windows Live" clId="Web-{353658CF-0136-F2F6-DBF6-57B4256F8FE4}" dt="2026-02-25T13:01:32.972" v="241"/>
          <ac:spMkLst>
            <pc:docMk/>
            <pc:sldMk cId="3240665672" sldId="256"/>
            <ac:spMk id="19" creationId="{ADDB1C52-47CE-2580-F80A-6AF9AD878586}"/>
          </ac:spMkLst>
        </pc:spChg>
        <pc:spChg chg="add del mod">
          <ac:chgData name="Guest User" userId="" providerId="Windows Live" clId="Web-{353658CF-0136-F2F6-DBF6-57B4256F8FE4}" dt="2026-02-25T13:01:32.191" v="239"/>
          <ac:spMkLst>
            <pc:docMk/>
            <pc:sldMk cId="3240665672" sldId="256"/>
            <ac:spMk id="20" creationId="{2E705D37-CBCE-DFDA-D613-25E2EAF970ED}"/>
          </ac:spMkLst>
        </pc:spChg>
        <pc:picChg chg="add del mod">
          <ac:chgData name="Guest User" userId="" providerId="Windows Live" clId="Web-{353658CF-0136-F2F6-DBF6-57B4256F8FE4}" dt="2026-02-25T12:53:55.833" v="95"/>
          <ac:picMkLst>
            <pc:docMk/>
            <pc:sldMk cId="3240665672" sldId="256"/>
            <ac:picMk id="8" creationId="{40EA6537-B2A2-03D2-B474-8ED61F0E25C7}"/>
          </ac:picMkLst>
        </pc:picChg>
        <pc:picChg chg="add del mod">
          <ac:chgData name="Guest User" userId="" providerId="Windows Live" clId="Web-{353658CF-0136-F2F6-DBF6-57B4256F8FE4}" dt="2026-02-25T12:53:57.474" v="98"/>
          <ac:picMkLst>
            <pc:docMk/>
            <pc:sldMk cId="3240665672" sldId="256"/>
            <ac:picMk id="9" creationId="{F5DF65AC-4F5F-FAF8-B5ED-BABE85B8BFCB}"/>
          </ac:picMkLst>
        </pc:picChg>
        <pc:picChg chg="add del mod">
          <ac:chgData name="Guest User" userId="" providerId="Windows Live" clId="Web-{353658CF-0136-F2F6-DBF6-57B4256F8FE4}" dt="2026-02-25T12:53:56.239" v="96"/>
          <ac:picMkLst>
            <pc:docMk/>
            <pc:sldMk cId="3240665672" sldId="256"/>
            <ac:picMk id="10" creationId="{C01C87C7-5ADF-9BF5-B8FD-C7523D519859}"/>
          </ac:picMkLst>
        </pc:picChg>
        <pc:picChg chg="add del mod">
          <ac:chgData name="Guest User" userId="" providerId="Windows Live" clId="Web-{353658CF-0136-F2F6-DBF6-57B4256F8FE4}" dt="2026-02-25T12:53:55.114" v="94"/>
          <ac:picMkLst>
            <pc:docMk/>
            <pc:sldMk cId="3240665672" sldId="256"/>
            <ac:picMk id="15" creationId="{3494A354-C133-4706-078C-1BD0328A26B8}"/>
          </ac:picMkLst>
        </pc:picChg>
        <pc:picChg chg="add del mod">
          <ac:chgData name="Guest User" userId="" providerId="Windows Live" clId="Web-{353658CF-0136-F2F6-DBF6-57B4256F8FE4}" dt="2026-02-25T12:54:09.818" v="102"/>
          <ac:picMkLst>
            <pc:docMk/>
            <pc:sldMk cId="3240665672" sldId="256"/>
            <ac:picMk id="16" creationId="{C6BC2BB5-1C05-3836-FA70-EB78B932AB37}"/>
          </ac:picMkLst>
        </pc:picChg>
        <pc:picChg chg="add del mod">
          <ac:chgData name="Guest User" userId="" providerId="Windows Live" clId="Web-{353658CF-0136-F2F6-DBF6-57B4256F8FE4}" dt="2026-02-25T12:54:31.599" v="109"/>
          <ac:picMkLst>
            <pc:docMk/>
            <pc:sldMk cId="3240665672" sldId="256"/>
            <ac:picMk id="17" creationId="{6E090F48-CF46-CE9B-D142-E7EE9759A43E}"/>
          </ac:picMkLst>
        </pc:picChg>
      </pc:sldChg>
      <pc:sldChg chg="addSp delSp modSp">
        <pc:chgData name="Guest User" userId="" providerId="Windows Live" clId="Web-{353658CF-0136-F2F6-DBF6-57B4256F8FE4}" dt="2026-02-25T12:51:58.283" v="90" actId="20577"/>
        <pc:sldMkLst>
          <pc:docMk/>
          <pc:sldMk cId="2729593924" sldId="257"/>
        </pc:sldMkLst>
        <pc:spChg chg="del">
          <ac:chgData name="Guest User" userId="" providerId="Windows Live" clId="Web-{353658CF-0136-F2F6-DBF6-57B4256F8FE4}" dt="2026-02-25T12:51:51.658" v="78"/>
          <ac:spMkLst>
            <pc:docMk/>
            <pc:sldMk cId="2729593924" sldId="257"/>
            <ac:spMk id="2" creationId="{9F340F22-31E6-05D0-7904-164045F8043D}"/>
          </ac:spMkLst>
        </pc:spChg>
        <pc:spChg chg="del">
          <ac:chgData name="Guest User" userId="" providerId="Windows Live" clId="Web-{353658CF-0136-F2F6-DBF6-57B4256F8FE4}" dt="2026-02-25T12:51:53.408" v="79"/>
          <ac:spMkLst>
            <pc:docMk/>
            <pc:sldMk cId="2729593924" sldId="257"/>
            <ac:spMk id="3" creationId="{2056F6BA-A7D4-37FC-8FBD-2B46D11195C1}"/>
          </ac:spMkLst>
        </pc:spChg>
        <pc:spChg chg="add mod">
          <ac:chgData name="Guest User" userId="" providerId="Windows Live" clId="Web-{353658CF-0136-F2F6-DBF6-57B4256F8FE4}" dt="2026-02-25T12:51:58.283" v="90" actId="20577"/>
          <ac:spMkLst>
            <pc:docMk/>
            <pc:sldMk cId="2729593924" sldId="257"/>
            <ac:spMk id="5" creationId="{D40552FD-73FC-BCB7-A3EA-96E0C604F8D2}"/>
          </ac:spMkLst>
        </pc:spChg>
      </pc:sldChg>
      <pc:sldChg chg="addSp delSp modSp mod setBg">
        <pc:chgData name="Guest User" userId="" providerId="Windows Live" clId="Web-{353658CF-0136-F2F6-DBF6-57B4256F8FE4}" dt="2026-02-25T13:09:07.041" v="370"/>
        <pc:sldMkLst>
          <pc:docMk/>
          <pc:sldMk cId="661051888" sldId="258"/>
        </pc:sldMkLst>
        <pc:spChg chg="add mod">
          <ac:chgData name="Guest User" userId="" providerId="Windows Live" clId="Web-{353658CF-0136-F2F6-DBF6-57B4256F8FE4}" dt="2026-02-25T13:07:43.288" v="369" actId="20577"/>
          <ac:spMkLst>
            <pc:docMk/>
            <pc:sldMk cId="661051888" sldId="258"/>
            <ac:spMk id="7" creationId="{6F49B543-2775-413B-BB63-CBDA6EC4E5ED}"/>
          </ac:spMkLst>
        </pc:spChg>
        <pc:spChg chg="add mod">
          <ac:chgData name="Guest User" userId="" providerId="Windows Live" clId="Web-{353658CF-0136-F2F6-DBF6-57B4256F8FE4}" dt="2026-02-25T12:57:33.633" v="167" actId="1076"/>
          <ac:spMkLst>
            <pc:docMk/>
            <pc:sldMk cId="661051888" sldId="258"/>
            <ac:spMk id="8" creationId="{7A4DFB8D-FEC1-538F-284E-8B92C513645A}"/>
          </ac:spMkLst>
        </pc:spChg>
        <pc:spChg chg="add mod">
          <ac:chgData name="Guest User" userId="" providerId="Windows Live" clId="Web-{353658CF-0136-F2F6-DBF6-57B4256F8FE4}" dt="2026-02-25T12:57:33.633" v="166" actId="1076"/>
          <ac:spMkLst>
            <pc:docMk/>
            <pc:sldMk cId="661051888" sldId="258"/>
            <ac:spMk id="9" creationId="{15F5C0C3-1BB8-AF59-036A-E2ACD2C405DE}"/>
          </ac:spMkLst>
        </pc:spChg>
        <pc:spChg chg="add mod">
          <ac:chgData name="Guest User" userId="" providerId="Windows Live" clId="Web-{353658CF-0136-F2F6-DBF6-57B4256F8FE4}" dt="2026-02-25T12:57:33.633" v="165" actId="1076"/>
          <ac:spMkLst>
            <pc:docMk/>
            <pc:sldMk cId="661051888" sldId="258"/>
            <ac:spMk id="10" creationId="{546AFEA3-A99B-AA04-F30E-0948B0E527F3}"/>
          </ac:spMkLst>
        </pc:spChg>
        <pc:spChg chg="add del">
          <ac:chgData name="Guest User" userId="" providerId="Windows Live" clId="Web-{353658CF-0136-F2F6-DBF6-57B4256F8FE4}" dt="2026-02-25T12:57:40.915" v="169"/>
          <ac:spMkLst>
            <pc:docMk/>
            <pc:sldMk cId="661051888" sldId="258"/>
            <ac:spMk id="11" creationId="{B03FFCA8-E6EB-54FC-256D-0E5B03716030}"/>
          </ac:spMkLst>
        </pc:spChg>
        <pc:spChg chg="add del">
          <ac:chgData name="Guest User" userId="" providerId="Windows Live" clId="Web-{353658CF-0136-F2F6-DBF6-57B4256F8FE4}" dt="2026-02-25T12:57:51.352" v="171"/>
          <ac:spMkLst>
            <pc:docMk/>
            <pc:sldMk cId="661051888" sldId="258"/>
            <ac:spMk id="12" creationId="{20863980-0D49-15CF-2E3F-7D56C81691AD}"/>
          </ac:spMkLst>
        </pc:spChg>
        <pc:spChg chg="add mod">
          <ac:chgData name="Guest User" userId="" providerId="Windows Live" clId="Web-{353658CF-0136-F2F6-DBF6-57B4256F8FE4}" dt="2026-02-25T12:58:43.728" v="192" actId="1076"/>
          <ac:spMkLst>
            <pc:docMk/>
            <pc:sldMk cId="661051888" sldId="258"/>
            <ac:spMk id="13" creationId="{49194BB8-8BD6-242C-07E2-0DB9AB04A7AF}"/>
          </ac:spMkLst>
        </pc:spChg>
        <pc:spChg chg="add mod">
          <ac:chgData name="Guest User" userId="" providerId="Windows Live" clId="Web-{353658CF-0136-F2F6-DBF6-57B4256F8FE4}" dt="2026-02-25T12:58:49.509" v="195" actId="20577"/>
          <ac:spMkLst>
            <pc:docMk/>
            <pc:sldMk cId="661051888" sldId="258"/>
            <ac:spMk id="14" creationId="{741227F8-EFD9-9752-A089-1D44335F4E5F}"/>
          </ac:spMkLst>
        </pc:spChg>
        <pc:spChg chg="add mod">
          <ac:chgData name="Guest User" userId="" providerId="Windows Live" clId="Web-{353658CF-0136-F2F6-DBF6-57B4256F8FE4}" dt="2026-02-25T12:59:18.603" v="199" actId="20577"/>
          <ac:spMkLst>
            <pc:docMk/>
            <pc:sldMk cId="661051888" sldId="258"/>
            <ac:spMk id="15" creationId="{85908B71-E429-AC2D-0FB7-DB62074D4E99}"/>
          </ac:spMkLst>
        </pc:spChg>
        <pc:picChg chg="add del mod">
          <ac:chgData name="Guest User" userId="" providerId="Windows Live" clId="Web-{353658CF-0136-F2F6-DBF6-57B4256F8FE4}" dt="2026-02-25T12:56:01.585" v="122"/>
          <ac:picMkLst>
            <pc:docMk/>
            <pc:sldMk cId="661051888" sldId="258"/>
            <ac:picMk id="4" creationId="{4A6836D3-BA5D-1769-A8C1-2B34696AE055}"/>
          </ac:picMkLst>
        </pc:picChg>
        <pc:picChg chg="add del mod">
          <ac:chgData name="Guest User" userId="" providerId="Windows Live" clId="Web-{353658CF-0136-F2F6-DBF6-57B4256F8FE4}" dt="2026-02-25T12:56:10.273" v="124"/>
          <ac:picMkLst>
            <pc:docMk/>
            <pc:sldMk cId="661051888" sldId="258"/>
            <ac:picMk id="5" creationId="{36259578-A73C-2D47-BEA2-CDF1803EB0D3}"/>
          </ac:picMkLst>
        </pc:picChg>
        <pc:picChg chg="del mod">
          <ac:chgData name="Guest User" userId="" providerId="Windows Live" clId="Web-{353658CF-0136-F2F6-DBF6-57B4256F8FE4}" dt="2026-02-25T13:05:51.191" v="326"/>
          <ac:picMkLst>
            <pc:docMk/>
            <pc:sldMk cId="661051888" sldId="258"/>
            <ac:picMk id="18" creationId="{C90040F7-D40D-8586-437D-D7D1797B2E20}"/>
          </ac:picMkLst>
        </pc:picChg>
        <pc:picChg chg="del">
          <ac:chgData name="Guest User" userId="" providerId="Windows Live" clId="Web-{353658CF-0136-F2F6-DBF6-57B4256F8FE4}" dt="2026-02-25T13:09:07.041" v="370"/>
          <ac:picMkLst>
            <pc:docMk/>
            <pc:sldMk cId="661051888" sldId="258"/>
            <ac:picMk id="22" creationId="{5091EF0B-C753-30F9-EE2E-63D963F8239C}"/>
          </ac:picMkLst>
        </pc:picChg>
      </pc:sldChg>
      <pc:sldChg chg="addSp delSp modSp">
        <pc:chgData name="Guest User" userId="" providerId="Windows Live" clId="Web-{353658CF-0136-F2F6-DBF6-57B4256F8FE4}" dt="2026-02-25T13:05:32.565" v="324" actId="14100"/>
        <pc:sldMkLst>
          <pc:docMk/>
          <pc:sldMk cId="2600895080" sldId="259"/>
        </pc:sldMkLst>
        <pc:spChg chg="del">
          <ac:chgData name="Guest User" userId="" providerId="Windows Live" clId="Web-{353658CF-0136-F2F6-DBF6-57B4256F8FE4}" dt="2026-02-25T12:59:23.463" v="200"/>
          <ac:spMkLst>
            <pc:docMk/>
            <pc:sldMk cId="2600895080" sldId="259"/>
            <ac:spMk id="2" creationId="{42106059-C086-AA5E-E27A-50BEC2BF276D}"/>
          </ac:spMkLst>
        </pc:spChg>
        <pc:spChg chg="del">
          <ac:chgData name="Guest User" userId="" providerId="Windows Live" clId="Web-{353658CF-0136-F2F6-DBF6-57B4256F8FE4}" dt="2026-02-25T12:59:25.275" v="201"/>
          <ac:spMkLst>
            <pc:docMk/>
            <pc:sldMk cId="2600895080" sldId="259"/>
            <ac:spMk id="3" creationId="{A4624099-76AF-2FF7-CD83-9E190327FC9E}"/>
          </ac:spMkLst>
        </pc:spChg>
        <pc:spChg chg="add mod">
          <ac:chgData name="Guest User" userId="" providerId="Windows Live" clId="Web-{353658CF-0136-F2F6-DBF6-57B4256F8FE4}" dt="2026-02-25T13:03:02.948" v="255" actId="1076"/>
          <ac:spMkLst>
            <pc:docMk/>
            <pc:sldMk cId="2600895080" sldId="259"/>
            <ac:spMk id="5" creationId="{FB4C23D1-BCA4-72FF-3673-554F7E61319F}"/>
          </ac:spMkLst>
        </pc:spChg>
        <pc:spChg chg="add mod">
          <ac:chgData name="Guest User" userId="" providerId="Windows Live" clId="Web-{353658CF-0136-F2F6-DBF6-57B4256F8FE4}" dt="2026-02-25T13:03:21.090" v="277" actId="20577"/>
          <ac:spMkLst>
            <pc:docMk/>
            <pc:sldMk cId="2600895080" sldId="259"/>
            <ac:spMk id="7" creationId="{ED9608F3-B828-1945-151A-0E4B04F75294}"/>
          </ac:spMkLst>
        </pc:spChg>
        <pc:spChg chg="add del">
          <ac:chgData name="Guest User" userId="" providerId="Windows Live" clId="Web-{353658CF-0136-F2F6-DBF6-57B4256F8FE4}" dt="2026-02-25T13:03:53.060" v="279"/>
          <ac:spMkLst>
            <pc:docMk/>
            <pc:sldMk cId="2600895080" sldId="259"/>
            <ac:spMk id="8" creationId="{6793D94B-CAE3-E13C-FE0E-C36C8AB5F93C}"/>
          </ac:spMkLst>
        </pc:spChg>
        <pc:spChg chg="add mod">
          <ac:chgData name="Guest User" userId="" providerId="Windows Live" clId="Web-{353658CF-0136-F2F6-DBF6-57B4256F8FE4}" dt="2026-02-25T13:04:57.548" v="300"/>
          <ac:spMkLst>
            <pc:docMk/>
            <pc:sldMk cId="2600895080" sldId="259"/>
            <ac:spMk id="9" creationId="{FE1D0D70-8751-367B-D8A8-2AEAB30CA60B}"/>
          </ac:spMkLst>
        </pc:spChg>
        <pc:spChg chg="add mod">
          <ac:chgData name="Guest User" userId="" providerId="Windows Live" clId="Web-{353658CF-0136-F2F6-DBF6-57B4256F8FE4}" dt="2026-02-25T13:05:32.534" v="323" actId="14100"/>
          <ac:spMkLst>
            <pc:docMk/>
            <pc:sldMk cId="2600895080" sldId="259"/>
            <ac:spMk id="10" creationId="{6D4F6D39-CA52-C578-066C-2DF8B42FEA24}"/>
          </ac:spMkLst>
        </pc:spChg>
        <pc:spChg chg="add del">
          <ac:chgData name="Guest User" userId="" providerId="Windows Live" clId="Web-{353658CF-0136-F2F6-DBF6-57B4256F8FE4}" dt="2026-02-25T13:05:15.252" v="316"/>
          <ac:spMkLst>
            <pc:docMk/>
            <pc:sldMk cId="2600895080" sldId="259"/>
            <ac:spMk id="11" creationId="{1A34BE16-6678-6F23-CE3C-9945A73BCB3F}"/>
          </ac:spMkLst>
        </pc:spChg>
        <pc:spChg chg="add mod">
          <ac:chgData name="Guest User" userId="" providerId="Windows Live" clId="Web-{353658CF-0136-F2F6-DBF6-57B4256F8FE4}" dt="2026-02-25T13:05:23.877" v="319" actId="1076"/>
          <ac:spMkLst>
            <pc:docMk/>
            <pc:sldMk cId="2600895080" sldId="259"/>
            <ac:spMk id="12" creationId="{FCA96EC4-4A1A-B503-50B6-9D7735AB8263}"/>
          </ac:spMkLst>
        </pc:spChg>
        <pc:spChg chg="add mod">
          <ac:chgData name="Guest User" userId="" providerId="Windows Live" clId="Web-{353658CF-0136-F2F6-DBF6-57B4256F8FE4}" dt="2026-02-25T13:05:32.565" v="324" actId="14100"/>
          <ac:spMkLst>
            <pc:docMk/>
            <pc:sldMk cId="2600895080" sldId="259"/>
            <ac:spMk id="13" creationId="{B2F58EC0-3E64-15EC-4FA5-606DA17389A8}"/>
          </ac:spMkLst>
        </pc:spChg>
      </pc:sldChg>
      <pc:sldChg chg="modSp">
        <pc:chgData name="Guest User" userId="" providerId="Windows Live" clId="Web-{353658CF-0136-F2F6-DBF6-57B4256F8FE4}" dt="2026-02-25T13:00:12.542" v="213" actId="20577"/>
        <pc:sldMkLst>
          <pc:docMk/>
          <pc:sldMk cId="2181146912" sldId="261"/>
        </pc:sldMkLst>
        <pc:spChg chg="mod">
          <ac:chgData name="Guest User" userId="" providerId="Windows Live" clId="Web-{353658CF-0136-F2F6-DBF6-57B4256F8FE4}" dt="2026-02-25T13:00:12.542" v="213" actId="20577"/>
          <ac:spMkLst>
            <pc:docMk/>
            <pc:sldMk cId="2181146912" sldId="261"/>
            <ac:spMk id="4" creationId="{D40552FD-73FC-BCB7-A3EA-96E0C604F8D2}"/>
          </ac:spMkLst>
        </pc:spChg>
      </pc:sldChg>
      <pc:sldChg chg="addSp delSp modSp new">
        <pc:chgData name="Guest User" userId="" providerId="Windows Live" clId="Web-{353658CF-0136-F2F6-DBF6-57B4256F8FE4}" dt="2026-02-25T13:31:22.849" v="1037" actId="20577"/>
        <pc:sldMkLst>
          <pc:docMk/>
          <pc:sldMk cId="3190384325" sldId="263"/>
        </pc:sldMkLst>
        <pc:spChg chg="del">
          <ac:chgData name="Guest User" userId="" providerId="Windows Live" clId="Web-{353658CF-0136-F2F6-DBF6-57B4256F8FE4}" dt="2026-02-25T13:07:12.069" v="333"/>
          <ac:spMkLst>
            <pc:docMk/>
            <pc:sldMk cId="3190384325" sldId="263"/>
            <ac:spMk id="2" creationId="{2AF1997E-E460-E3E1-255E-7E9F230B5961}"/>
          </ac:spMkLst>
        </pc:spChg>
        <pc:spChg chg="del">
          <ac:chgData name="Guest User" userId="" providerId="Windows Live" clId="Web-{353658CF-0136-F2F6-DBF6-57B4256F8FE4}" dt="2026-02-25T13:07:10.459" v="332"/>
          <ac:spMkLst>
            <pc:docMk/>
            <pc:sldMk cId="3190384325" sldId="263"/>
            <ac:spMk id="3" creationId="{E367C664-507F-7883-0989-09332C6ECAF4}"/>
          </ac:spMkLst>
        </pc:spChg>
        <pc:spChg chg="mod">
          <ac:chgData name="Guest User" userId="" providerId="Windows Live" clId="Web-{353658CF-0136-F2F6-DBF6-57B4256F8FE4}" dt="2026-02-25T13:31:09.380" v="1036"/>
          <ac:spMkLst>
            <pc:docMk/>
            <pc:sldMk cId="3190384325" sldId="263"/>
            <ac:spMk id="4" creationId="{7EBCBFEC-1164-ACD8-CF3F-E2562BA80565}"/>
          </ac:spMkLst>
        </pc:spChg>
        <pc:spChg chg="add mod">
          <ac:chgData name="Guest User" userId="" providerId="Windows Live" clId="Web-{353658CF-0136-F2F6-DBF6-57B4256F8FE4}" dt="2026-02-25T13:31:22.849" v="1037" actId="20577"/>
          <ac:spMkLst>
            <pc:docMk/>
            <pc:sldMk cId="3190384325" sldId="263"/>
            <ac:spMk id="5" creationId="{83D2F950-2191-2D3E-0E42-9630AB93B9D0}"/>
          </ac:spMkLst>
        </pc:spChg>
        <pc:spChg chg="add mod ord">
          <ac:chgData name="Guest User" userId="" providerId="Windows Live" clId="Web-{353658CF-0136-F2F6-DBF6-57B4256F8FE4}" dt="2026-02-25T13:13:22.076" v="454" actId="1076"/>
          <ac:spMkLst>
            <pc:docMk/>
            <pc:sldMk cId="3190384325" sldId="263"/>
            <ac:spMk id="6" creationId="{90C78970-6A88-5741-3577-29DB4AF719E8}"/>
          </ac:spMkLst>
        </pc:spChg>
        <pc:spChg chg="add del mod">
          <ac:chgData name="Guest User" userId="" providerId="Windows Live" clId="Web-{353658CF-0136-F2F6-DBF6-57B4256F8FE4}" dt="2026-02-25T13:14:21.421" v="499"/>
          <ac:spMkLst>
            <pc:docMk/>
            <pc:sldMk cId="3190384325" sldId="263"/>
            <ac:spMk id="7" creationId="{E235EDC3-1BE6-695A-28CD-BCCA517EFC3B}"/>
          </ac:spMkLst>
        </pc:spChg>
        <pc:spChg chg="add mod ord">
          <ac:chgData name="Guest User" userId="" providerId="Windows Live" clId="Web-{353658CF-0136-F2F6-DBF6-57B4256F8FE4}" dt="2026-02-25T13:11:56.794" v="410"/>
          <ac:spMkLst>
            <pc:docMk/>
            <pc:sldMk cId="3190384325" sldId="263"/>
            <ac:spMk id="8" creationId="{CFB7B1DC-8884-CF48-8CAA-ABF940D711F8}"/>
          </ac:spMkLst>
        </pc:spChg>
        <pc:spChg chg="add del">
          <ac:chgData name="Guest User" userId="" providerId="Windows Live" clId="Web-{353658CF-0136-F2F6-DBF6-57B4256F8FE4}" dt="2026-02-25T13:11:28.778" v="397"/>
          <ac:spMkLst>
            <pc:docMk/>
            <pc:sldMk cId="3190384325" sldId="263"/>
            <ac:spMk id="9" creationId="{8CB25D19-1B92-FFD7-098C-605FF788CD8F}"/>
          </ac:spMkLst>
        </pc:spChg>
        <pc:spChg chg="add mod">
          <ac:chgData name="Guest User" userId="" providerId="Windows Live" clId="Web-{353658CF-0136-F2F6-DBF6-57B4256F8FE4}" dt="2026-02-25T13:11:41.215" v="408" actId="1076"/>
          <ac:spMkLst>
            <pc:docMk/>
            <pc:sldMk cId="3190384325" sldId="263"/>
            <ac:spMk id="10" creationId="{90EE6AF4-ED60-A862-A6A6-1BF8831BE33A}"/>
          </ac:spMkLst>
        </pc:spChg>
        <pc:spChg chg="add del mod">
          <ac:chgData name="Guest User" userId="" providerId="Windows Live" clId="Web-{353658CF-0136-F2F6-DBF6-57B4256F8FE4}" dt="2026-02-25T13:12:42.763" v="436"/>
          <ac:spMkLst>
            <pc:docMk/>
            <pc:sldMk cId="3190384325" sldId="263"/>
            <ac:spMk id="11" creationId="{0C7A69F4-7E2B-710D-2EBA-45C94DE656FA}"/>
          </ac:spMkLst>
        </pc:spChg>
        <pc:spChg chg="add del mod">
          <ac:chgData name="Guest User" userId="" providerId="Windows Live" clId="Web-{353658CF-0136-F2F6-DBF6-57B4256F8FE4}" dt="2026-02-25T13:12:40.076" v="435"/>
          <ac:spMkLst>
            <pc:docMk/>
            <pc:sldMk cId="3190384325" sldId="263"/>
            <ac:spMk id="12" creationId="{B2E43CEB-3C29-920C-C913-E3FD039C5B23}"/>
          </ac:spMkLst>
        </pc:spChg>
        <pc:spChg chg="add del mod">
          <ac:chgData name="Guest User" userId="" providerId="Windows Live" clId="Web-{353658CF-0136-F2F6-DBF6-57B4256F8FE4}" dt="2026-02-25T13:13:18.936" v="451"/>
          <ac:spMkLst>
            <pc:docMk/>
            <pc:sldMk cId="3190384325" sldId="263"/>
            <ac:spMk id="13" creationId="{446EAA45-AAF1-3B68-EDE2-FD9DAE7D8282}"/>
          </ac:spMkLst>
        </pc:spChg>
        <pc:spChg chg="add del mod">
          <ac:chgData name="Guest User" userId="" providerId="Windows Live" clId="Web-{353658CF-0136-F2F6-DBF6-57B4256F8FE4}" dt="2026-02-25T13:13:18.483" v="450"/>
          <ac:spMkLst>
            <pc:docMk/>
            <pc:sldMk cId="3190384325" sldId="263"/>
            <ac:spMk id="14" creationId="{7F950F72-10D1-41F6-798C-0A821211D4C4}"/>
          </ac:spMkLst>
        </pc:spChg>
        <pc:spChg chg="add mod">
          <ac:chgData name="Guest User" userId="" providerId="Windows Live" clId="Web-{353658CF-0136-F2F6-DBF6-57B4256F8FE4}" dt="2026-02-25T13:14:24.718" v="500" actId="1076"/>
          <ac:spMkLst>
            <pc:docMk/>
            <pc:sldMk cId="3190384325" sldId="263"/>
            <ac:spMk id="15" creationId="{4F79ECE7-14C1-B7A7-B0B8-9DDD11CA1D1F}"/>
          </ac:spMkLst>
        </pc:spChg>
        <pc:spChg chg="add mod">
          <ac:chgData name="Guest User" userId="" providerId="Windows Live" clId="Web-{353658CF-0136-F2F6-DBF6-57B4256F8FE4}" dt="2026-02-25T13:14:38.905" v="503" actId="20577"/>
          <ac:spMkLst>
            <pc:docMk/>
            <pc:sldMk cId="3190384325" sldId="263"/>
            <ac:spMk id="16" creationId="{4F253C03-8E81-A167-4AE7-5B6CB117294E}"/>
          </ac:spMkLst>
        </pc:spChg>
        <pc:spChg chg="add mod">
          <ac:chgData name="Guest User" userId="" providerId="Windows Live" clId="Web-{353658CF-0136-F2F6-DBF6-57B4256F8FE4}" dt="2026-02-25T13:14:49.234" v="511" actId="20577"/>
          <ac:spMkLst>
            <pc:docMk/>
            <pc:sldMk cId="3190384325" sldId="263"/>
            <ac:spMk id="17" creationId="{8C7883E1-C5A0-EC9E-308A-8393E93F6331}"/>
          </ac:spMkLst>
        </pc:spChg>
        <pc:spChg chg="add mod">
          <ac:chgData name="Guest User" userId="" providerId="Windows Live" clId="Web-{353658CF-0136-F2F6-DBF6-57B4256F8FE4}" dt="2026-02-25T13:14:53.718" v="517" actId="20577"/>
          <ac:spMkLst>
            <pc:docMk/>
            <pc:sldMk cId="3190384325" sldId="263"/>
            <ac:spMk id="18" creationId="{78EF8976-E909-BA4F-6CCA-733119D104CF}"/>
          </ac:spMkLst>
        </pc:spChg>
        <pc:spChg chg="add mod">
          <ac:chgData name="Guest User" userId="" providerId="Windows Live" clId="Web-{353658CF-0136-F2F6-DBF6-57B4256F8FE4}" dt="2026-02-25T13:16:03.313" v="569" actId="1076"/>
          <ac:spMkLst>
            <pc:docMk/>
            <pc:sldMk cId="3190384325" sldId="263"/>
            <ac:spMk id="19" creationId="{CD0DE55F-85CC-B26F-CA46-85D03DC9B9E6}"/>
          </ac:spMkLst>
        </pc:spChg>
        <pc:spChg chg="add mod">
          <ac:chgData name="Guest User" userId="" providerId="Windows Live" clId="Web-{353658CF-0136-F2F6-DBF6-57B4256F8FE4}" dt="2026-02-25T13:16:04.922" v="570" actId="1076"/>
          <ac:spMkLst>
            <pc:docMk/>
            <pc:sldMk cId="3190384325" sldId="263"/>
            <ac:spMk id="20" creationId="{477DA8A5-0F0F-501A-68E9-0A6ACA0D45A6}"/>
          </ac:spMkLst>
        </pc:spChg>
        <pc:spChg chg="add del">
          <ac:chgData name="Guest User" userId="" providerId="Windows Live" clId="Web-{353658CF-0136-F2F6-DBF6-57B4256F8FE4}" dt="2026-02-25T13:14:19.890" v="497"/>
          <ac:spMkLst>
            <pc:docMk/>
            <pc:sldMk cId="3190384325" sldId="263"/>
            <ac:spMk id="21" creationId="{396666F4-88F7-7217-A06B-EC77E858C719}"/>
          </ac:spMkLst>
        </pc:spChg>
        <pc:spChg chg="add del mod">
          <ac:chgData name="Guest User" userId="" providerId="Windows Live" clId="Web-{353658CF-0136-F2F6-DBF6-57B4256F8FE4}" dt="2026-02-25T13:15:23.843" v="540"/>
          <ac:spMkLst>
            <pc:docMk/>
            <pc:sldMk cId="3190384325" sldId="263"/>
            <ac:spMk id="22" creationId="{BBB8F44F-FCD1-336A-08A9-1A5DE95F7234}"/>
          </ac:spMkLst>
        </pc:spChg>
        <pc:spChg chg="add mod">
          <ac:chgData name="Guest User" userId="" providerId="Windows Live" clId="Web-{353658CF-0136-F2F6-DBF6-57B4256F8FE4}" dt="2026-02-25T13:15:41.015" v="543" actId="1076"/>
          <ac:spMkLst>
            <pc:docMk/>
            <pc:sldMk cId="3190384325" sldId="263"/>
            <ac:spMk id="24" creationId="{4BA7EB45-9E73-3E59-458E-00E23722855C}"/>
          </ac:spMkLst>
        </pc:spChg>
        <pc:spChg chg="add mod">
          <ac:chgData name="Guest User" userId="" providerId="Windows Live" clId="Web-{353658CF-0136-F2F6-DBF6-57B4256F8FE4}" dt="2026-02-25T13:15:56.313" v="568" actId="20577"/>
          <ac:spMkLst>
            <pc:docMk/>
            <pc:sldMk cId="3190384325" sldId="263"/>
            <ac:spMk id="25" creationId="{CDF08E89-C5B9-985D-CC46-BE0401A6E073}"/>
          </ac:spMkLst>
        </pc:spChg>
        <pc:spChg chg="add">
          <ac:chgData name="Guest User" userId="" providerId="Windows Live" clId="Web-{353658CF-0136-F2F6-DBF6-57B4256F8FE4}" dt="2026-02-25T13:16:22.953" v="571"/>
          <ac:spMkLst>
            <pc:docMk/>
            <pc:sldMk cId="3190384325" sldId="263"/>
            <ac:spMk id="26" creationId="{747C9E1D-2B74-3E6E-DEDD-2B3973F38424}"/>
          </ac:spMkLst>
        </pc:spChg>
        <pc:spChg chg="add">
          <ac:chgData name="Guest User" userId="" providerId="Windows Live" clId="Web-{353658CF-0136-F2F6-DBF6-57B4256F8FE4}" dt="2026-02-25T13:16:31.110" v="572"/>
          <ac:spMkLst>
            <pc:docMk/>
            <pc:sldMk cId="3190384325" sldId="263"/>
            <ac:spMk id="27" creationId="{A3D35933-B3C3-16AF-36A3-AF843310777A}"/>
          </ac:spMkLst>
        </pc:spChg>
        <pc:spChg chg="add">
          <ac:chgData name="Guest User" userId="" providerId="Windows Live" clId="Web-{353658CF-0136-F2F6-DBF6-57B4256F8FE4}" dt="2026-02-25T13:16:37.157" v="573"/>
          <ac:spMkLst>
            <pc:docMk/>
            <pc:sldMk cId="3190384325" sldId="263"/>
            <ac:spMk id="28" creationId="{7BF8EB41-AEB9-24D9-B879-CF8ECE3B7D98}"/>
          </ac:spMkLst>
        </pc:spChg>
        <pc:cxnChg chg="add mod">
          <ac:chgData name="Guest User" userId="" providerId="Windows Live" clId="Web-{353658CF-0136-F2F6-DBF6-57B4256F8FE4}" dt="2026-02-25T13:15:16.140" v="537"/>
          <ac:cxnSpMkLst>
            <pc:docMk/>
            <pc:sldMk cId="3190384325" sldId="263"/>
            <ac:cxnSpMk id="23" creationId="{69468C3C-7B32-866B-8C52-E7F345FA6824}"/>
          </ac:cxnSpMkLst>
        </pc:cxnChg>
      </pc:sldChg>
      <pc:sldChg chg="addSp delSp modSp new">
        <pc:chgData name="Guest User" userId="" providerId="Windows Live" clId="Web-{353658CF-0136-F2F6-DBF6-57B4256F8FE4}" dt="2026-02-25T13:19:09.294" v="666" actId="20577"/>
        <pc:sldMkLst>
          <pc:docMk/>
          <pc:sldMk cId="654655605" sldId="264"/>
        </pc:sldMkLst>
        <pc:spChg chg="del">
          <ac:chgData name="Guest User" userId="" providerId="Windows Live" clId="Web-{353658CF-0136-F2F6-DBF6-57B4256F8FE4}" dt="2026-02-25T13:16:53.329" v="575"/>
          <ac:spMkLst>
            <pc:docMk/>
            <pc:sldMk cId="654655605" sldId="264"/>
            <ac:spMk id="2" creationId="{A1F4B89B-D72E-8FBE-32A3-F8FDE7745CCF}"/>
          </ac:spMkLst>
        </pc:spChg>
        <pc:spChg chg="del">
          <ac:chgData name="Guest User" userId="" providerId="Windows Live" clId="Web-{353658CF-0136-F2F6-DBF6-57B4256F8FE4}" dt="2026-02-25T13:16:51.829" v="574"/>
          <ac:spMkLst>
            <pc:docMk/>
            <pc:sldMk cId="654655605" sldId="264"/>
            <ac:spMk id="3" creationId="{1B82A47C-12FD-AA88-B4D1-6F7621C84758}"/>
          </ac:spMkLst>
        </pc:spChg>
        <pc:spChg chg="add mod">
          <ac:chgData name="Guest User" userId="" providerId="Windows Live" clId="Web-{353658CF-0136-F2F6-DBF6-57B4256F8FE4}" dt="2026-02-25T13:17:08.329" v="590" actId="14100"/>
          <ac:spMkLst>
            <pc:docMk/>
            <pc:sldMk cId="654655605" sldId="264"/>
            <ac:spMk id="5" creationId="{FBD8FB10-F04D-CE28-ED10-7FACC51ED80F}"/>
          </ac:spMkLst>
        </pc:spChg>
        <pc:spChg chg="add ord">
          <ac:chgData name="Guest User" userId="" providerId="Windows Live" clId="Web-{353658CF-0136-F2F6-DBF6-57B4256F8FE4}" dt="2026-02-25T13:17:23.190" v="592"/>
          <ac:spMkLst>
            <pc:docMk/>
            <pc:sldMk cId="654655605" sldId="264"/>
            <ac:spMk id="7" creationId="{49A6CC07-8B1B-8072-2AF4-86A4BF30C2FE}"/>
          </ac:spMkLst>
        </pc:spChg>
        <pc:spChg chg="add mod">
          <ac:chgData name="Guest User" userId="" providerId="Windows Live" clId="Web-{353658CF-0136-F2F6-DBF6-57B4256F8FE4}" dt="2026-02-25T13:18:56.230" v="651" actId="1076"/>
          <ac:spMkLst>
            <pc:docMk/>
            <pc:sldMk cId="654655605" sldId="264"/>
            <ac:spMk id="9" creationId="{C0FFF6F3-C9D7-E2BF-80C0-AE0D97DF2581}"/>
          </ac:spMkLst>
        </pc:spChg>
        <pc:spChg chg="add mod">
          <ac:chgData name="Guest User" userId="" providerId="Windows Live" clId="Web-{353658CF-0136-F2F6-DBF6-57B4256F8FE4}" dt="2026-02-25T13:18:56.230" v="652" actId="1076"/>
          <ac:spMkLst>
            <pc:docMk/>
            <pc:sldMk cId="654655605" sldId="264"/>
            <ac:spMk id="10" creationId="{30B1036F-0EAC-70F1-FEA1-F2DC5355D312}"/>
          </ac:spMkLst>
        </pc:spChg>
        <pc:spChg chg="add mod">
          <ac:chgData name="Guest User" userId="" providerId="Windows Live" clId="Web-{353658CF-0136-F2F6-DBF6-57B4256F8FE4}" dt="2026-02-25T13:18:56.246" v="653" actId="1076"/>
          <ac:spMkLst>
            <pc:docMk/>
            <pc:sldMk cId="654655605" sldId="264"/>
            <ac:spMk id="11" creationId="{ACB1AE8E-E3FE-A61D-DA60-3BD145861717}"/>
          </ac:spMkLst>
        </pc:spChg>
        <pc:spChg chg="add del mod">
          <ac:chgData name="Guest User" userId="" providerId="Windows Live" clId="Web-{353658CF-0136-F2F6-DBF6-57B4256F8FE4}" dt="2026-02-25T13:18:19.414" v="617"/>
          <ac:spMkLst>
            <pc:docMk/>
            <pc:sldMk cId="654655605" sldId="264"/>
            <ac:spMk id="12" creationId="{472B5DDC-C75F-D3B9-4E73-CA8E21DC5D7D}"/>
          </ac:spMkLst>
        </pc:spChg>
        <pc:spChg chg="add mod">
          <ac:chgData name="Guest User" userId="" providerId="Windows Live" clId="Web-{353658CF-0136-F2F6-DBF6-57B4256F8FE4}" dt="2026-02-25T13:19:06.356" v="659" actId="1076"/>
          <ac:spMkLst>
            <pc:docMk/>
            <pc:sldMk cId="654655605" sldId="264"/>
            <ac:spMk id="14" creationId="{B68A0473-1ECF-782B-FC81-359BF7610F63}"/>
          </ac:spMkLst>
        </pc:spChg>
        <pc:spChg chg="add mod">
          <ac:chgData name="Guest User" userId="" providerId="Windows Live" clId="Web-{353658CF-0136-F2F6-DBF6-57B4256F8FE4}" dt="2026-02-25T13:19:09.294" v="666" actId="20577"/>
          <ac:spMkLst>
            <pc:docMk/>
            <pc:sldMk cId="654655605" sldId="264"/>
            <ac:spMk id="15" creationId="{35216073-6366-3B00-50FB-3C583BE46C22}"/>
          </ac:spMkLst>
        </pc:spChg>
      </pc:sldChg>
      <pc:sldChg chg="addSp delSp modSp new">
        <pc:chgData name="Guest User" userId="" providerId="Windows Live" clId="Web-{353658CF-0136-F2F6-DBF6-57B4256F8FE4}" dt="2026-02-25T13:31:03.099" v="1032" actId="20577"/>
        <pc:sldMkLst>
          <pc:docMk/>
          <pc:sldMk cId="2912237147" sldId="265"/>
        </pc:sldMkLst>
        <pc:spChg chg="del">
          <ac:chgData name="Guest User" userId="" providerId="Windows Live" clId="Web-{353658CF-0136-F2F6-DBF6-57B4256F8FE4}" dt="2026-02-25T13:19:37.999" v="667"/>
          <ac:spMkLst>
            <pc:docMk/>
            <pc:sldMk cId="2912237147" sldId="265"/>
            <ac:spMk id="2" creationId="{F24F70F5-0973-D2C0-8D41-D2CF1A0B1021}"/>
          </ac:spMkLst>
        </pc:spChg>
        <pc:spChg chg="del">
          <ac:chgData name="Guest User" userId="" providerId="Windows Live" clId="Web-{353658CF-0136-F2F6-DBF6-57B4256F8FE4}" dt="2026-02-25T13:19:39.374" v="668"/>
          <ac:spMkLst>
            <pc:docMk/>
            <pc:sldMk cId="2912237147" sldId="265"/>
            <ac:spMk id="3" creationId="{F2318AA2-D311-C6CB-CBDC-5DB356AB952C}"/>
          </ac:spMkLst>
        </pc:spChg>
        <pc:spChg chg="add mod">
          <ac:chgData name="Guest User" userId="" providerId="Windows Live" clId="Web-{353658CF-0136-F2F6-DBF6-57B4256F8FE4}" dt="2026-02-25T13:31:03.099" v="1032" actId="20577"/>
          <ac:spMkLst>
            <pc:docMk/>
            <pc:sldMk cId="2912237147" sldId="265"/>
            <ac:spMk id="5" creationId="{3E4F3390-00D0-97AE-378E-86705CDB01E5}"/>
          </ac:spMkLst>
        </pc:spChg>
        <pc:spChg chg="add mod">
          <ac:chgData name="Guest User" userId="" providerId="Windows Live" clId="Web-{353658CF-0136-F2F6-DBF6-57B4256F8FE4}" dt="2026-02-25T13:20:06.454" v="691" actId="14100"/>
          <ac:spMkLst>
            <pc:docMk/>
            <pc:sldMk cId="2912237147" sldId="265"/>
            <ac:spMk id="7" creationId="{E9062B8C-56E3-7455-FFCE-8229FDDB8C6E}"/>
          </ac:spMkLst>
        </pc:spChg>
        <pc:spChg chg="add mod">
          <ac:chgData name="Guest User" userId="" providerId="Windows Live" clId="Web-{353658CF-0136-F2F6-DBF6-57B4256F8FE4}" dt="2026-02-25T13:20:31.362" v="703" actId="20577"/>
          <ac:spMkLst>
            <pc:docMk/>
            <pc:sldMk cId="2912237147" sldId="265"/>
            <ac:spMk id="9" creationId="{B21528FC-632D-2A16-B3EE-6B8BE6A6A368}"/>
          </ac:spMkLst>
        </pc:spChg>
        <pc:spChg chg="add mod">
          <ac:chgData name="Guest User" userId="" providerId="Windows Live" clId="Web-{353658CF-0136-F2F6-DBF6-57B4256F8FE4}" dt="2026-02-25T13:20:34.706" v="705" actId="1076"/>
          <ac:spMkLst>
            <pc:docMk/>
            <pc:sldMk cId="2912237147" sldId="265"/>
            <ac:spMk id="10" creationId="{5AC696B2-767E-B33D-4A53-9B90074B9F57}"/>
          </ac:spMkLst>
        </pc:spChg>
        <pc:spChg chg="add mod">
          <ac:chgData name="Guest User" userId="" providerId="Windows Live" clId="Web-{353658CF-0136-F2F6-DBF6-57B4256F8FE4}" dt="2026-02-25T13:20:38.394" v="707" actId="1076"/>
          <ac:spMkLst>
            <pc:docMk/>
            <pc:sldMk cId="2912237147" sldId="265"/>
            <ac:spMk id="11" creationId="{305B3A1D-5416-9357-140E-A81C2FF2617E}"/>
          </ac:spMkLst>
        </pc:spChg>
        <pc:spChg chg="add mod">
          <ac:chgData name="Guest User" userId="" providerId="Windows Live" clId="Web-{353658CF-0136-F2F6-DBF6-57B4256F8FE4}" dt="2026-02-25T13:20:40.612" v="709" actId="1076"/>
          <ac:spMkLst>
            <pc:docMk/>
            <pc:sldMk cId="2912237147" sldId="265"/>
            <ac:spMk id="12" creationId="{7A0850F2-053F-2133-0ECE-2362850670E5}"/>
          </ac:spMkLst>
        </pc:spChg>
        <pc:spChg chg="add mod">
          <ac:chgData name="Guest User" userId="" providerId="Windows Live" clId="Web-{353658CF-0136-F2F6-DBF6-57B4256F8FE4}" dt="2026-02-25T13:20:47.800" v="714" actId="1076"/>
          <ac:spMkLst>
            <pc:docMk/>
            <pc:sldMk cId="2912237147" sldId="265"/>
            <ac:spMk id="13" creationId="{F887C805-92DE-3B57-AA5D-AD242952B2F2}"/>
          </ac:spMkLst>
        </pc:spChg>
        <pc:spChg chg="add mod">
          <ac:chgData name="Guest User" userId="" providerId="Windows Live" clId="Web-{353658CF-0136-F2F6-DBF6-57B4256F8FE4}" dt="2026-02-25T13:20:47.816" v="715" actId="1076"/>
          <ac:spMkLst>
            <pc:docMk/>
            <pc:sldMk cId="2912237147" sldId="265"/>
            <ac:spMk id="14" creationId="{A340001C-4B4E-8375-D8A2-0C8B5F2B067D}"/>
          </ac:spMkLst>
        </pc:spChg>
        <pc:spChg chg="add mod">
          <ac:chgData name="Guest User" userId="" providerId="Windows Live" clId="Web-{353658CF-0136-F2F6-DBF6-57B4256F8FE4}" dt="2026-02-25T13:20:47.816" v="716" actId="1076"/>
          <ac:spMkLst>
            <pc:docMk/>
            <pc:sldMk cId="2912237147" sldId="265"/>
            <ac:spMk id="15" creationId="{E7F6C91A-9AD1-3C68-7B1A-31DF6496FE2A}"/>
          </ac:spMkLst>
        </pc:spChg>
        <pc:spChg chg="add mod">
          <ac:chgData name="Guest User" userId="" providerId="Windows Live" clId="Web-{353658CF-0136-F2F6-DBF6-57B4256F8FE4}" dt="2026-02-25T13:20:47.832" v="717" actId="1076"/>
          <ac:spMkLst>
            <pc:docMk/>
            <pc:sldMk cId="2912237147" sldId="265"/>
            <ac:spMk id="16" creationId="{F9ED4EC8-9FEC-48E6-B1FE-184D24ECAB53}"/>
          </ac:spMkLst>
        </pc:spChg>
        <pc:spChg chg="add mod">
          <ac:chgData name="Guest User" userId="" providerId="Windows Live" clId="Web-{353658CF-0136-F2F6-DBF6-57B4256F8FE4}" dt="2026-02-25T13:20:52.066" v="722" actId="1076"/>
          <ac:spMkLst>
            <pc:docMk/>
            <pc:sldMk cId="2912237147" sldId="265"/>
            <ac:spMk id="17" creationId="{9BC3C3AF-2A6A-AC5D-1F2D-6C7846678CD5}"/>
          </ac:spMkLst>
        </pc:spChg>
        <pc:spChg chg="add mod">
          <ac:chgData name="Guest User" userId="" providerId="Windows Live" clId="Web-{353658CF-0136-F2F6-DBF6-57B4256F8FE4}" dt="2026-02-25T13:20:52.082" v="723" actId="1076"/>
          <ac:spMkLst>
            <pc:docMk/>
            <pc:sldMk cId="2912237147" sldId="265"/>
            <ac:spMk id="18" creationId="{6FB77B70-A62B-1190-ECC6-F54A57DBB972}"/>
          </ac:spMkLst>
        </pc:spChg>
        <pc:spChg chg="add mod">
          <ac:chgData name="Guest User" userId="" providerId="Windows Live" clId="Web-{353658CF-0136-F2F6-DBF6-57B4256F8FE4}" dt="2026-02-25T13:20:52.082" v="724" actId="1076"/>
          <ac:spMkLst>
            <pc:docMk/>
            <pc:sldMk cId="2912237147" sldId="265"/>
            <ac:spMk id="19" creationId="{C9124D36-6BB7-02F1-6503-DE02642D7DCB}"/>
          </ac:spMkLst>
        </pc:spChg>
        <pc:spChg chg="add mod">
          <ac:chgData name="Guest User" userId="" providerId="Windows Live" clId="Web-{353658CF-0136-F2F6-DBF6-57B4256F8FE4}" dt="2026-02-25T13:20:52.097" v="725" actId="1076"/>
          <ac:spMkLst>
            <pc:docMk/>
            <pc:sldMk cId="2912237147" sldId="265"/>
            <ac:spMk id="20" creationId="{E4845D9A-07BE-D1C3-DE00-C95F716851A7}"/>
          </ac:spMkLst>
        </pc:spChg>
        <pc:spChg chg="add mod">
          <ac:chgData name="Guest User" userId="" providerId="Windows Live" clId="Web-{353658CF-0136-F2F6-DBF6-57B4256F8FE4}" dt="2026-02-25T13:21:27.974" v="742" actId="1076"/>
          <ac:spMkLst>
            <pc:docMk/>
            <pc:sldMk cId="2912237147" sldId="265"/>
            <ac:spMk id="21" creationId="{3C18484E-37B2-C6B2-281E-76F349554C62}"/>
          </ac:spMkLst>
        </pc:spChg>
        <pc:spChg chg="add mod">
          <ac:chgData name="Guest User" userId="" providerId="Windows Live" clId="Web-{353658CF-0136-F2F6-DBF6-57B4256F8FE4}" dt="2026-02-25T13:21:34.022" v="748" actId="20577"/>
          <ac:spMkLst>
            <pc:docMk/>
            <pc:sldMk cId="2912237147" sldId="265"/>
            <ac:spMk id="22" creationId="{5E1629BC-A608-2230-90AF-3FEBCF9CB4FD}"/>
          </ac:spMkLst>
        </pc:spChg>
        <pc:spChg chg="add mod">
          <ac:chgData name="Guest User" userId="" providerId="Windows Live" clId="Web-{353658CF-0136-F2F6-DBF6-57B4256F8FE4}" dt="2026-02-25T13:22:35.665" v="780" actId="14100"/>
          <ac:spMkLst>
            <pc:docMk/>
            <pc:sldMk cId="2912237147" sldId="265"/>
            <ac:spMk id="23" creationId="{2A2227DE-5AED-17C6-C117-EA4DBC0CAEFB}"/>
          </ac:spMkLst>
        </pc:spChg>
        <pc:spChg chg="add mod">
          <ac:chgData name="Guest User" userId="" providerId="Windows Live" clId="Web-{353658CF-0136-F2F6-DBF6-57B4256F8FE4}" dt="2026-02-25T13:28:05.440" v="970" actId="20577"/>
          <ac:spMkLst>
            <pc:docMk/>
            <pc:sldMk cId="2912237147" sldId="265"/>
            <ac:spMk id="25" creationId="{08E3BDA7-70B2-9169-5B26-95938CAE8C38}"/>
          </ac:spMkLst>
        </pc:spChg>
        <pc:spChg chg="add mod">
          <ac:chgData name="Guest User" userId="" providerId="Windows Live" clId="Web-{353658CF-0136-F2F6-DBF6-57B4256F8FE4}" dt="2026-02-25T13:25:32.264" v="850" actId="1076"/>
          <ac:spMkLst>
            <pc:docMk/>
            <pc:sldMk cId="2912237147" sldId="265"/>
            <ac:spMk id="26" creationId="{FD72A194-046B-C634-BBAB-0830D584A15D}"/>
          </ac:spMkLst>
        </pc:spChg>
        <pc:spChg chg="add mod ord">
          <ac:chgData name="Guest User" userId="" providerId="Windows Live" clId="Web-{353658CF-0136-F2F6-DBF6-57B4256F8FE4}" dt="2026-02-25T13:26:32.875" v="864"/>
          <ac:spMkLst>
            <pc:docMk/>
            <pc:sldMk cId="2912237147" sldId="265"/>
            <ac:spMk id="27" creationId="{FD5B597D-3A9A-E34F-BC6E-32C1FE192708}"/>
          </ac:spMkLst>
        </pc:spChg>
        <pc:spChg chg="add mod ord">
          <ac:chgData name="Guest User" userId="" providerId="Windows Live" clId="Web-{353658CF-0136-F2F6-DBF6-57B4256F8FE4}" dt="2026-02-25T13:25:55.343" v="855"/>
          <ac:spMkLst>
            <pc:docMk/>
            <pc:sldMk cId="2912237147" sldId="265"/>
            <ac:spMk id="28" creationId="{F70F9DFA-FDB2-562E-6994-9B4E98C18D2F}"/>
          </ac:spMkLst>
        </pc:spChg>
        <pc:spChg chg="add mod ord">
          <ac:chgData name="Guest User" userId="" providerId="Windows Live" clId="Web-{353658CF-0136-F2F6-DBF6-57B4256F8FE4}" dt="2026-02-25T13:26:10.906" v="858"/>
          <ac:spMkLst>
            <pc:docMk/>
            <pc:sldMk cId="2912237147" sldId="265"/>
            <ac:spMk id="29" creationId="{90027BCC-302E-6386-088D-1BC88F980D48}"/>
          </ac:spMkLst>
        </pc:spChg>
        <pc:spChg chg="add mod">
          <ac:chgData name="Guest User" userId="" providerId="Windows Live" clId="Web-{353658CF-0136-F2F6-DBF6-57B4256F8FE4}" dt="2026-02-25T13:23:46.011" v="807" actId="1076"/>
          <ac:spMkLst>
            <pc:docMk/>
            <pc:sldMk cId="2912237147" sldId="265"/>
            <ac:spMk id="30" creationId="{09A8D220-1E60-A695-EAFC-A58F3A43A493}"/>
          </ac:spMkLst>
        </pc:spChg>
        <pc:spChg chg="add del">
          <ac:chgData name="Guest User" userId="" providerId="Windows Live" clId="Web-{353658CF-0136-F2F6-DBF6-57B4256F8FE4}" dt="2026-02-25T13:24:21.341" v="835"/>
          <ac:spMkLst>
            <pc:docMk/>
            <pc:sldMk cId="2912237147" sldId="265"/>
            <ac:spMk id="31" creationId="{CB1B2C0C-1152-030C-D472-3474AD208E84}"/>
          </ac:spMkLst>
        </pc:spChg>
        <pc:spChg chg="add mod">
          <ac:chgData name="Guest User" userId="" providerId="Windows Live" clId="Web-{353658CF-0136-F2F6-DBF6-57B4256F8FE4}" dt="2026-02-25T13:24:18.403" v="834" actId="1076"/>
          <ac:spMkLst>
            <pc:docMk/>
            <pc:sldMk cId="2912237147" sldId="265"/>
            <ac:spMk id="32" creationId="{86A0D334-307D-D5E9-7AF0-C1E605C0E110}"/>
          </ac:spMkLst>
        </pc:spChg>
        <pc:spChg chg="add mod">
          <ac:chgData name="Guest User" userId="" providerId="Windows Live" clId="Web-{353658CF-0136-F2F6-DBF6-57B4256F8FE4}" dt="2026-02-25T13:27:06.048" v="914" actId="20577"/>
          <ac:spMkLst>
            <pc:docMk/>
            <pc:sldMk cId="2912237147" sldId="265"/>
            <ac:spMk id="36" creationId="{212A87DF-E0F9-F52A-CC24-79B663ACECC6}"/>
          </ac:spMkLst>
        </pc:spChg>
        <pc:spChg chg="add mod">
          <ac:chgData name="Guest User" userId="" providerId="Windows Live" clId="Web-{353658CF-0136-F2F6-DBF6-57B4256F8FE4}" dt="2026-02-25T13:27:20.345" v="922" actId="20577"/>
          <ac:spMkLst>
            <pc:docMk/>
            <pc:sldMk cId="2912237147" sldId="265"/>
            <ac:spMk id="37" creationId="{424E5D7F-EEF2-3DCB-5269-B2F787AF2D1D}"/>
          </ac:spMkLst>
        </pc:spChg>
        <pc:spChg chg="add mod">
          <ac:chgData name="Guest User" userId="" providerId="Windows Live" clId="Web-{353658CF-0136-F2F6-DBF6-57B4256F8FE4}" dt="2026-02-25T13:27:27.751" v="928" actId="20577"/>
          <ac:spMkLst>
            <pc:docMk/>
            <pc:sldMk cId="2912237147" sldId="265"/>
            <ac:spMk id="38" creationId="{F9D9E331-C256-3599-D493-6002C8A519A5}"/>
          </ac:spMkLst>
        </pc:spChg>
        <pc:cxnChg chg="add del mod">
          <ac:chgData name="Guest User" userId="" providerId="Windows Live" clId="Web-{353658CF-0136-F2F6-DBF6-57B4256F8FE4}" dt="2026-02-25T13:22:41.368" v="783"/>
          <ac:cxnSpMkLst>
            <pc:docMk/>
            <pc:sldMk cId="2912237147" sldId="265"/>
            <ac:cxnSpMk id="24" creationId="{0B0CA37E-65CE-4A19-0597-D0A8DA483B18}"/>
          </ac:cxnSpMkLst>
        </pc:cxnChg>
        <pc:cxnChg chg="add mod">
          <ac:chgData name="Guest User" userId="" providerId="Windows Live" clId="Web-{353658CF-0136-F2F6-DBF6-57B4256F8FE4}" dt="2026-02-25T13:25:46.327" v="854" actId="14100"/>
          <ac:cxnSpMkLst>
            <pc:docMk/>
            <pc:sldMk cId="2912237147" sldId="265"/>
            <ac:cxnSpMk id="33" creationId="{763F98A3-7E91-1E61-4E27-4C1DB838E724}"/>
          </ac:cxnSpMkLst>
        </pc:cxnChg>
        <pc:cxnChg chg="add mod">
          <ac:chgData name="Guest User" userId="" providerId="Windows Live" clId="Web-{353658CF-0136-F2F6-DBF6-57B4256F8FE4}" dt="2026-02-25T13:26:06.765" v="857" actId="14100"/>
          <ac:cxnSpMkLst>
            <pc:docMk/>
            <pc:sldMk cId="2912237147" sldId="265"/>
            <ac:cxnSpMk id="34" creationId="{007DCA8F-9A5B-97F4-C692-200F0106E5F4}"/>
          </ac:cxnSpMkLst>
        </pc:cxnChg>
        <pc:cxnChg chg="add mod ord">
          <ac:chgData name="Guest User" userId="" providerId="Windows Live" clId="Web-{353658CF-0136-F2F6-DBF6-57B4256F8FE4}" dt="2026-02-25T13:26:26.641" v="863"/>
          <ac:cxnSpMkLst>
            <pc:docMk/>
            <pc:sldMk cId="2912237147" sldId="265"/>
            <ac:cxnSpMk id="35" creationId="{E81D3629-2704-C183-D412-4EB58BADC9C9}"/>
          </ac:cxnSpMkLst>
        </pc:cxnChg>
      </pc:sldChg>
      <pc:sldChg chg="addSp delSp modSp new">
        <pc:chgData name="Guest User" userId="" providerId="Windows Live" clId="Web-{353658CF-0136-F2F6-DBF6-57B4256F8FE4}" dt="2026-02-25T13:46:45.635" v="1573"/>
        <pc:sldMkLst>
          <pc:docMk/>
          <pc:sldMk cId="893779281" sldId="266"/>
        </pc:sldMkLst>
        <pc:spChg chg="del">
          <ac:chgData name="Guest User" userId="" providerId="Windows Live" clId="Web-{353658CF-0136-F2F6-DBF6-57B4256F8FE4}" dt="2026-02-25T13:29:28.894" v="971"/>
          <ac:spMkLst>
            <pc:docMk/>
            <pc:sldMk cId="893779281" sldId="266"/>
            <ac:spMk id="2" creationId="{BDE8C543-207E-EB14-3ED3-690783B76FF4}"/>
          </ac:spMkLst>
        </pc:spChg>
        <pc:spChg chg="del">
          <ac:chgData name="Guest User" userId="" providerId="Windows Live" clId="Web-{353658CF-0136-F2F6-DBF6-57B4256F8FE4}" dt="2026-02-25T13:29:34.004" v="972"/>
          <ac:spMkLst>
            <pc:docMk/>
            <pc:sldMk cId="893779281" sldId="266"/>
            <ac:spMk id="3" creationId="{62468E35-B811-9CE8-5AFD-908A10368479}"/>
          </ac:spMkLst>
        </pc:spChg>
        <pc:spChg chg="mod ord">
          <ac:chgData name="Guest User" userId="" providerId="Windows Live" clId="Web-{353658CF-0136-F2F6-DBF6-57B4256F8FE4}" dt="2026-02-25T13:43:25.069" v="1394"/>
          <ac:spMkLst>
            <pc:docMk/>
            <pc:sldMk cId="893779281" sldId="266"/>
            <ac:spMk id="4" creationId="{013D64DC-1BA6-3B8B-9C0D-EC79DC71ECB2}"/>
          </ac:spMkLst>
        </pc:spChg>
        <pc:spChg chg="add mod ord">
          <ac:chgData name="Guest User" userId="" providerId="Windows Live" clId="Web-{353658CF-0136-F2F6-DBF6-57B4256F8FE4}" dt="2026-02-25T13:43:13.881" v="1380"/>
          <ac:spMkLst>
            <pc:docMk/>
            <pc:sldMk cId="893779281" sldId="266"/>
            <ac:spMk id="5" creationId="{89A54139-098E-079E-CA7B-5BDDD4FFE148}"/>
          </ac:spMkLst>
        </pc:spChg>
        <pc:spChg chg="add del mod">
          <ac:chgData name="Guest User" userId="" providerId="Windows Live" clId="Web-{353658CF-0136-F2F6-DBF6-57B4256F8FE4}" dt="2026-02-25T13:30:44.833" v="1029"/>
          <ac:spMkLst>
            <pc:docMk/>
            <pc:sldMk cId="893779281" sldId="266"/>
            <ac:spMk id="7" creationId="{0B7E56D7-01D8-EDC6-85BF-7B08E4B95FCA}"/>
          </ac:spMkLst>
        </pc:spChg>
        <pc:spChg chg="add del mod">
          <ac:chgData name="Guest User" userId="" providerId="Windows Live" clId="Web-{353658CF-0136-F2F6-DBF6-57B4256F8FE4}" dt="2026-02-25T13:30:42.676" v="1027"/>
          <ac:spMkLst>
            <pc:docMk/>
            <pc:sldMk cId="893779281" sldId="266"/>
            <ac:spMk id="9" creationId="{D3B181C4-B6CD-F774-7DF7-EE9C3925C890}"/>
          </ac:spMkLst>
        </pc:spChg>
        <pc:spChg chg="add del mod">
          <ac:chgData name="Guest User" userId="" providerId="Windows Live" clId="Web-{353658CF-0136-F2F6-DBF6-57B4256F8FE4}" dt="2026-02-25T13:30:44.192" v="1028"/>
          <ac:spMkLst>
            <pc:docMk/>
            <pc:sldMk cId="893779281" sldId="266"/>
            <ac:spMk id="10" creationId="{94E3C75A-DC83-83D6-E30C-27918CF4FB7C}"/>
          </ac:spMkLst>
        </pc:spChg>
        <pc:spChg chg="add del mod">
          <ac:chgData name="Guest User" userId="" providerId="Windows Live" clId="Web-{353658CF-0136-F2F6-DBF6-57B4256F8FE4}" dt="2026-02-25T13:30:45.395" v="1030"/>
          <ac:spMkLst>
            <pc:docMk/>
            <pc:sldMk cId="893779281" sldId="266"/>
            <ac:spMk id="11" creationId="{EB827C21-8970-211D-D843-A796BFB3F908}"/>
          </ac:spMkLst>
        </pc:spChg>
        <pc:spChg chg="add del mod">
          <ac:chgData name="Guest User" userId="" providerId="Windows Live" clId="Web-{353658CF-0136-F2F6-DBF6-57B4256F8FE4}" dt="2026-02-25T13:30:45.770" v="1031"/>
          <ac:spMkLst>
            <pc:docMk/>
            <pc:sldMk cId="893779281" sldId="266"/>
            <ac:spMk id="12" creationId="{E9770ACE-7CB8-510A-B5D8-F6055D81B6A5}"/>
          </ac:spMkLst>
        </pc:spChg>
        <pc:spChg chg="add mod">
          <ac:chgData name="Guest User" userId="" providerId="Windows Live" clId="Web-{353658CF-0136-F2F6-DBF6-57B4256F8FE4}" dt="2026-02-25T13:44:35.399" v="1455" actId="1076"/>
          <ac:spMkLst>
            <pc:docMk/>
            <pc:sldMk cId="893779281" sldId="266"/>
            <ac:spMk id="14" creationId="{33B1665A-8F1A-67AA-8A0C-59D06E7B1E26}"/>
          </ac:spMkLst>
        </pc:spChg>
        <pc:spChg chg="add mod">
          <ac:chgData name="Guest User" userId="" providerId="Windows Live" clId="Web-{353658CF-0136-F2F6-DBF6-57B4256F8FE4}" dt="2026-02-25T13:44:35.414" v="1456" actId="1076"/>
          <ac:spMkLst>
            <pc:docMk/>
            <pc:sldMk cId="893779281" sldId="266"/>
            <ac:spMk id="16" creationId="{7BA97881-6EFA-B346-D261-E5498797AF79}"/>
          </ac:spMkLst>
        </pc:spChg>
        <pc:spChg chg="add mod">
          <ac:chgData name="Guest User" userId="" providerId="Windows Live" clId="Web-{353658CF-0136-F2F6-DBF6-57B4256F8FE4}" dt="2026-02-25T13:44:35.430" v="1457" actId="1076"/>
          <ac:spMkLst>
            <pc:docMk/>
            <pc:sldMk cId="893779281" sldId="266"/>
            <ac:spMk id="17" creationId="{DD627733-D8A6-C9C8-A90D-C2640036BC54}"/>
          </ac:spMkLst>
        </pc:spChg>
        <pc:spChg chg="add mod">
          <ac:chgData name="Guest User" userId="" providerId="Windows Live" clId="Web-{353658CF-0136-F2F6-DBF6-57B4256F8FE4}" dt="2026-02-25T13:44:35.445" v="1458" actId="1076"/>
          <ac:spMkLst>
            <pc:docMk/>
            <pc:sldMk cId="893779281" sldId="266"/>
            <ac:spMk id="18" creationId="{482D5BC4-34B3-4119-7134-BB27937C0E98}"/>
          </ac:spMkLst>
        </pc:spChg>
        <pc:spChg chg="add mod">
          <ac:chgData name="Guest User" userId="" providerId="Windows Live" clId="Web-{353658CF-0136-F2F6-DBF6-57B4256F8FE4}" dt="2026-02-25T13:44:35.461" v="1459" actId="1076"/>
          <ac:spMkLst>
            <pc:docMk/>
            <pc:sldMk cId="893779281" sldId="266"/>
            <ac:spMk id="19" creationId="{EB102CCF-3812-8F75-03C5-64FF7944265D}"/>
          </ac:spMkLst>
        </pc:spChg>
        <pc:spChg chg="add mod">
          <ac:chgData name="Guest User" userId="" providerId="Windows Live" clId="Web-{353658CF-0136-F2F6-DBF6-57B4256F8FE4}" dt="2026-02-25T13:44:35.477" v="1460" actId="1076"/>
          <ac:spMkLst>
            <pc:docMk/>
            <pc:sldMk cId="893779281" sldId="266"/>
            <ac:spMk id="20" creationId="{692B9DCD-0614-C771-7307-1022545C5593}"/>
          </ac:spMkLst>
        </pc:spChg>
        <pc:spChg chg="add mod">
          <ac:chgData name="Guest User" userId="" providerId="Windows Live" clId="Web-{353658CF-0136-F2F6-DBF6-57B4256F8FE4}" dt="2026-02-25T13:44:35.492" v="1461" actId="1076"/>
          <ac:spMkLst>
            <pc:docMk/>
            <pc:sldMk cId="893779281" sldId="266"/>
            <ac:spMk id="21" creationId="{A6EDFC7E-C3A4-9382-EFD9-1B22CE9D76CC}"/>
          </ac:spMkLst>
        </pc:spChg>
        <pc:spChg chg="add del mod">
          <ac:chgData name="Guest User" userId="" providerId="Windows Live" clId="Web-{353658CF-0136-F2F6-DBF6-57B4256F8FE4}" dt="2026-02-25T13:34:53.027" v="1169"/>
          <ac:spMkLst>
            <pc:docMk/>
            <pc:sldMk cId="893779281" sldId="266"/>
            <ac:spMk id="22" creationId="{2AA55CAC-CF83-2E97-BB85-2A364236FF21}"/>
          </ac:spMkLst>
        </pc:spChg>
        <pc:spChg chg="add del mod">
          <ac:chgData name="Guest User" userId="" providerId="Windows Live" clId="Web-{353658CF-0136-F2F6-DBF6-57B4256F8FE4}" dt="2026-02-25T13:35:00.371" v="1172"/>
          <ac:spMkLst>
            <pc:docMk/>
            <pc:sldMk cId="893779281" sldId="266"/>
            <ac:spMk id="23" creationId="{7E12CC6B-9B64-5128-F517-F5D3DC72D1BF}"/>
          </ac:spMkLst>
        </pc:spChg>
        <pc:spChg chg="add mod">
          <ac:chgData name="Guest User" userId="" providerId="Windows Live" clId="Web-{353658CF-0136-F2F6-DBF6-57B4256F8FE4}" dt="2026-02-25T13:44:35.508" v="1462" actId="1076"/>
          <ac:spMkLst>
            <pc:docMk/>
            <pc:sldMk cId="893779281" sldId="266"/>
            <ac:spMk id="24" creationId="{82A62ED4-12A7-979E-56BC-69677F348694}"/>
          </ac:spMkLst>
        </pc:spChg>
        <pc:spChg chg="add mod">
          <ac:chgData name="Guest User" userId="" providerId="Windows Live" clId="Web-{353658CF-0136-F2F6-DBF6-57B4256F8FE4}" dt="2026-02-25T13:44:35.524" v="1463" actId="1076"/>
          <ac:spMkLst>
            <pc:docMk/>
            <pc:sldMk cId="893779281" sldId="266"/>
            <ac:spMk id="25" creationId="{6EACB9F8-6092-2C30-A1EA-9F1BC1D96C79}"/>
          </ac:spMkLst>
        </pc:spChg>
        <pc:spChg chg="add mod">
          <ac:chgData name="Guest User" userId="" providerId="Windows Live" clId="Web-{353658CF-0136-F2F6-DBF6-57B4256F8FE4}" dt="2026-02-25T13:44:35.539" v="1464" actId="1076"/>
          <ac:spMkLst>
            <pc:docMk/>
            <pc:sldMk cId="893779281" sldId="266"/>
            <ac:spMk id="26" creationId="{5716A238-8355-51F0-652E-9EA08A7D3B51}"/>
          </ac:spMkLst>
        </pc:spChg>
        <pc:spChg chg="add mod">
          <ac:chgData name="Guest User" userId="" providerId="Windows Live" clId="Web-{353658CF-0136-F2F6-DBF6-57B4256F8FE4}" dt="2026-02-25T13:44:35.555" v="1465" actId="1076"/>
          <ac:spMkLst>
            <pc:docMk/>
            <pc:sldMk cId="893779281" sldId="266"/>
            <ac:spMk id="27" creationId="{6D634D80-34F0-56D4-AA8B-DDB29508C88A}"/>
          </ac:spMkLst>
        </pc:spChg>
        <pc:spChg chg="add mod">
          <ac:chgData name="Guest User" userId="" providerId="Windows Live" clId="Web-{353658CF-0136-F2F6-DBF6-57B4256F8FE4}" dt="2026-02-25T13:44:35.570" v="1466" actId="1076"/>
          <ac:spMkLst>
            <pc:docMk/>
            <pc:sldMk cId="893779281" sldId="266"/>
            <ac:spMk id="28" creationId="{768F2013-AA98-D2F8-7995-BEE2D1CFAE38}"/>
          </ac:spMkLst>
        </pc:spChg>
        <pc:spChg chg="add del mod">
          <ac:chgData name="Guest User" userId="" providerId="Windows Live" clId="Web-{353658CF-0136-F2F6-DBF6-57B4256F8FE4}" dt="2026-02-25T13:38:17.683" v="1320"/>
          <ac:spMkLst>
            <pc:docMk/>
            <pc:sldMk cId="893779281" sldId="266"/>
            <ac:spMk id="29" creationId="{B220A478-012D-A0C5-B437-C38BFB4B9D1C}"/>
          </ac:spMkLst>
        </pc:spChg>
        <pc:spChg chg="add del mod">
          <ac:chgData name="Guest User" userId="" providerId="Windows Live" clId="Web-{353658CF-0136-F2F6-DBF6-57B4256F8FE4}" dt="2026-02-25T13:38:19.855" v="1322"/>
          <ac:spMkLst>
            <pc:docMk/>
            <pc:sldMk cId="893779281" sldId="266"/>
            <ac:spMk id="30" creationId="{48762314-0DB8-AE33-4E92-6E6B7EE0B481}"/>
          </ac:spMkLst>
        </pc:spChg>
        <pc:spChg chg="add del mod">
          <ac:chgData name="Guest User" userId="" providerId="Windows Live" clId="Web-{353658CF-0136-F2F6-DBF6-57B4256F8FE4}" dt="2026-02-25T13:38:17.136" v="1319"/>
          <ac:spMkLst>
            <pc:docMk/>
            <pc:sldMk cId="893779281" sldId="266"/>
            <ac:spMk id="31" creationId="{D7AF598E-0EFF-0DE0-5133-5BD765E870AF}"/>
          </ac:spMkLst>
        </pc:spChg>
        <pc:spChg chg="add del mod">
          <ac:chgData name="Guest User" userId="" providerId="Windows Live" clId="Web-{353658CF-0136-F2F6-DBF6-57B4256F8FE4}" dt="2026-02-25T13:38:19.511" v="1321"/>
          <ac:spMkLst>
            <pc:docMk/>
            <pc:sldMk cId="893779281" sldId="266"/>
            <ac:spMk id="32" creationId="{985557F1-6BD8-2A2D-2BE6-1A4F9D6F9966}"/>
          </ac:spMkLst>
        </pc:spChg>
        <pc:spChg chg="add mod">
          <ac:chgData name="Guest User" userId="" providerId="Windows Live" clId="Web-{353658CF-0136-F2F6-DBF6-57B4256F8FE4}" dt="2026-02-25T13:43:43.569" v="1407" actId="14100"/>
          <ac:spMkLst>
            <pc:docMk/>
            <pc:sldMk cId="893779281" sldId="266"/>
            <ac:spMk id="33" creationId="{A3C86437-0D9E-607C-5480-4865AB57B6E5}"/>
          </ac:spMkLst>
        </pc:spChg>
        <pc:spChg chg="add mod">
          <ac:chgData name="Guest User" userId="" providerId="Windows Live" clId="Web-{353658CF-0136-F2F6-DBF6-57B4256F8FE4}" dt="2026-02-25T13:43:46.007" v="1408" actId="14100"/>
          <ac:spMkLst>
            <pc:docMk/>
            <pc:sldMk cId="893779281" sldId="266"/>
            <ac:spMk id="34" creationId="{CDBBEBE7-15E7-027B-1693-FC152DADFC87}"/>
          </ac:spMkLst>
        </pc:spChg>
        <pc:spChg chg="add mod">
          <ac:chgData name="Guest User" userId="" providerId="Windows Live" clId="Web-{353658CF-0136-F2F6-DBF6-57B4256F8FE4}" dt="2026-02-25T13:43:59.695" v="1421" actId="14100"/>
          <ac:spMkLst>
            <pc:docMk/>
            <pc:sldMk cId="893779281" sldId="266"/>
            <ac:spMk id="35" creationId="{01465C1B-A06D-6744-6413-3C8777C92523}"/>
          </ac:spMkLst>
        </pc:spChg>
        <pc:spChg chg="add mod">
          <ac:chgData name="Guest User" userId="" providerId="Windows Live" clId="Web-{353658CF-0136-F2F6-DBF6-57B4256F8FE4}" dt="2026-02-25T13:44:20.570" v="1454" actId="1076"/>
          <ac:spMkLst>
            <pc:docMk/>
            <pc:sldMk cId="893779281" sldId="266"/>
            <ac:spMk id="36" creationId="{B7489926-67E4-12EC-DBEE-ECAE2ACEF9E7}"/>
          </ac:spMkLst>
        </pc:spChg>
        <pc:spChg chg="add mod">
          <ac:chgData name="Guest User" userId="" providerId="Windows Live" clId="Web-{353658CF-0136-F2F6-DBF6-57B4256F8FE4}" dt="2026-02-25T13:45:15.962" v="1489" actId="14100"/>
          <ac:spMkLst>
            <pc:docMk/>
            <pc:sldMk cId="893779281" sldId="266"/>
            <ac:spMk id="37" creationId="{653F9EAC-6C73-F26F-84CD-ACD062240F79}"/>
          </ac:spMkLst>
        </pc:spChg>
        <pc:spChg chg="add mod">
          <ac:chgData name="Guest User" userId="" providerId="Windows Live" clId="Web-{353658CF-0136-F2F6-DBF6-57B4256F8FE4}" dt="2026-02-25T13:45:19.540" v="1490" actId="1076"/>
          <ac:spMkLst>
            <pc:docMk/>
            <pc:sldMk cId="893779281" sldId="266"/>
            <ac:spMk id="38" creationId="{09E8C219-0D1B-BBEA-C49E-967BB752180E}"/>
          </ac:spMkLst>
        </pc:spChg>
        <pc:spChg chg="add del">
          <ac:chgData name="Guest User" userId="" providerId="Windows Live" clId="Web-{353658CF-0136-F2F6-DBF6-57B4256F8FE4}" dt="2026-02-25T13:45:28.665" v="1494"/>
          <ac:spMkLst>
            <pc:docMk/>
            <pc:sldMk cId="893779281" sldId="266"/>
            <ac:spMk id="39" creationId="{E6678816-0981-7D46-587D-63E305F1012E}"/>
          </ac:spMkLst>
        </pc:spChg>
        <pc:spChg chg="add mod">
          <ac:chgData name="Guest User" userId="" providerId="Windows Live" clId="Web-{353658CF-0136-F2F6-DBF6-57B4256F8FE4}" dt="2026-02-25T13:45:54.353" v="1525" actId="20577"/>
          <ac:spMkLst>
            <pc:docMk/>
            <pc:sldMk cId="893779281" sldId="266"/>
            <ac:spMk id="40" creationId="{FC3377AD-33A3-5AEB-8344-9FFE6E891B1D}"/>
          </ac:spMkLst>
        </pc:spChg>
        <pc:spChg chg="add mod">
          <ac:chgData name="Guest User" userId="" providerId="Windows Live" clId="Web-{353658CF-0136-F2F6-DBF6-57B4256F8FE4}" dt="2026-02-25T13:45:46.228" v="1515" actId="20577"/>
          <ac:spMkLst>
            <pc:docMk/>
            <pc:sldMk cId="893779281" sldId="266"/>
            <ac:spMk id="41" creationId="{9B666221-8E93-1FDB-3930-C666EC3EFCFB}"/>
          </ac:spMkLst>
        </pc:spChg>
        <pc:spChg chg="add mod">
          <ac:chgData name="Guest User" userId="" providerId="Windows Live" clId="Web-{353658CF-0136-F2F6-DBF6-57B4256F8FE4}" dt="2026-02-25T13:46:03.431" v="1543" actId="20577"/>
          <ac:spMkLst>
            <pc:docMk/>
            <pc:sldMk cId="893779281" sldId="266"/>
            <ac:spMk id="42" creationId="{A6DE9B9D-A813-F4CC-3DEE-69850E259B69}"/>
          </ac:spMkLst>
        </pc:spChg>
        <pc:spChg chg="add mod">
          <ac:chgData name="Guest User" userId="" providerId="Windows Live" clId="Web-{353658CF-0136-F2F6-DBF6-57B4256F8FE4}" dt="2026-02-25T13:46:22.119" v="1561" actId="20577"/>
          <ac:spMkLst>
            <pc:docMk/>
            <pc:sldMk cId="893779281" sldId="266"/>
            <ac:spMk id="43" creationId="{41A71E5B-178B-6A86-6F8C-D8EE51A3D0C7}"/>
          </ac:spMkLst>
        </pc:spChg>
        <pc:spChg chg="add mod">
          <ac:chgData name="Guest User" userId="" providerId="Windows Live" clId="Web-{353658CF-0136-F2F6-DBF6-57B4256F8FE4}" dt="2026-02-25T13:46:45.635" v="1573"/>
          <ac:spMkLst>
            <pc:docMk/>
            <pc:sldMk cId="893779281" sldId="266"/>
            <ac:spMk id="44" creationId="{2ADBC32F-D04C-21BD-9E44-1BD862943EB9}"/>
          </ac:spMkLst>
        </pc:spChg>
      </pc:sldChg>
      <pc:sldChg chg="new">
        <pc:chgData name="Guest User" userId="" providerId="Windows Live" clId="Web-{353658CF-0136-F2F6-DBF6-57B4256F8FE4}" dt="2026-02-25T13:06:30.255" v="331"/>
        <pc:sldMkLst>
          <pc:docMk/>
          <pc:sldMk cId="408901053" sldId="267"/>
        </pc:sldMkLst>
      </pc:sldChg>
      <pc:sldChg chg="addSp delSp modSp new">
        <pc:chgData name="Guest User" userId="" providerId="Windows Live" clId="Web-{353658CF-0136-F2F6-DBF6-57B4256F8FE4}" dt="2026-02-25T14:03:01.969" v="2064" actId="1076"/>
        <pc:sldMkLst>
          <pc:docMk/>
          <pc:sldMk cId="4199689563" sldId="269"/>
        </pc:sldMkLst>
        <pc:spChg chg="del">
          <ac:chgData name="Guest User" userId="" providerId="Windows Live" clId="Web-{353658CF-0136-F2F6-DBF6-57B4256F8FE4}" dt="2026-02-25T13:40:47.565" v="1341"/>
          <ac:spMkLst>
            <pc:docMk/>
            <pc:sldMk cId="4199689563" sldId="269"/>
            <ac:spMk id="2" creationId="{B3E598E0-1F84-D7A4-CBE4-97F70A209C17}"/>
          </ac:spMkLst>
        </pc:spChg>
        <pc:spChg chg="del">
          <ac:chgData name="Guest User" userId="" providerId="Windows Live" clId="Web-{353658CF-0136-F2F6-DBF6-57B4256F8FE4}" dt="2026-02-25T13:40:51.502" v="1342"/>
          <ac:spMkLst>
            <pc:docMk/>
            <pc:sldMk cId="4199689563" sldId="269"/>
            <ac:spMk id="3" creationId="{0C49523E-AA95-A239-FC4D-22D23D689571}"/>
          </ac:spMkLst>
        </pc:spChg>
        <pc:spChg chg="add ord">
          <ac:chgData name="Guest User" userId="" providerId="Windows Live" clId="Web-{353658CF-0136-F2F6-DBF6-57B4256F8FE4}" dt="2026-02-25T13:51:46.939" v="1678"/>
          <ac:spMkLst>
            <pc:docMk/>
            <pc:sldMk cId="4199689563" sldId="269"/>
            <ac:spMk id="5" creationId="{41AF6BA5-0B38-BE67-6D6B-88FDA2A6050F}"/>
          </ac:spMkLst>
        </pc:spChg>
        <pc:spChg chg="del mod">
          <ac:chgData name="Guest User" userId="" providerId="Windows Live" clId="Web-{353658CF-0136-F2F6-DBF6-57B4256F8FE4}" dt="2026-02-25T13:48:15.777" v="1588"/>
          <ac:spMkLst>
            <pc:docMk/>
            <pc:sldMk cId="4199689563" sldId="269"/>
            <ac:spMk id="6" creationId="{403C7471-D788-D56C-FF96-3A08B2A4EA79}"/>
          </ac:spMkLst>
        </pc:spChg>
        <pc:spChg chg="add mod">
          <ac:chgData name="Guest User" userId="" providerId="Windows Live" clId="Web-{353658CF-0136-F2F6-DBF6-57B4256F8FE4}" dt="2026-02-25T13:51:54.658" v="1690" actId="20577"/>
          <ac:spMkLst>
            <pc:docMk/>
            <pc:sldMk cId="4199689563" sldId="269"/>
            <ac:spMk id="7" creationId="{8DE2599E-6094-7096-E78E-1DB806B42D5E}"/>
          </ac:spMkLst>
        </pc:spChg>
        <pc:spChg chg="add mod">
          <ac:chgData name="Guest User" userId="" providerId="Windows Live" clId="Web-{353658CF-0136-F2F6-DBF6-57B4256F8FE4}" dt="2026-02-25T14:01:45.389" v="2009" actId="14100"/>
          <ac:spMkLst>
            <pc:docMk/>
            <pc:sldMk cId="4199689563" sldId="269"/>
            <ac:spMk id="9" creationId="{74F699A2-F3AB-27C3-2333-182C214A3F09}"/>
          </ac:spMkLst>
        </pc:spChg>
        <pc:spChg chg="add mod">
          <ac:chgData name="Guest User" userId="" providerId="Windows Live" clId="Web-{353658CF-0136-F2F6-DBF6-57B4256F8FE4}" dt="2026-02-25T14:01:42.499" v="2004" actId="1076"/>
          <ac:spMkLst>
            <pc:docMk/>
            <pc:sldMk cId="4199689563" sldId="269"/>
            <ac:spMk id="11" creationId="{C8367B39-D79E-1C10-390C-69FD80702D08}"/>
          </ac:spMkLst>
        </pc:spChg>
        <pc:spChg chg="add mod">
          <ac:chgData name="Guest User" userId="" providerId="Windows Live" clId="Web-{353658CF-0136-F2F6-DBF6-57B4256F8FE4}" dt="2026-02-25T14:01:42.514" v="2005" actId="1076"/>
          <ac:spMkLst>
            <pc:docMk/>
            <pc:sldMk cId="4199689563" sldId="269"/>
            <ac:spMk id="12" creationId="{33233FEE-C0E8-EAA0-5058-6BFB811B5F2E}"/>
          </ac:spMkLst>
        </pc:spChg>
        <pc:spChg chg="add mod">
          <ac:chgData name="Guest User" userId="" providerId="Windows Live" clId="Web-{353658CF-0136-F2F6-DBF6-57B4256F8FE4}" dt="2026-02-25T14:01:42.530" v="2006" actId="1076"/>
          <ac:spMkLst>
            <pc:docMk/>
            <pc:sldMk cId="4199689563" sldId="269"/>
            <ac:spMk id="13" creationId="{32C80BD5-8C38-480E-B709-46C159498C35}"/>
          </ac:spMkLst>
        </pc:spChg>
        <pc:spChg chg="add mod">
          <ac:chgData name="Guest User" userId="" providerId="Windows Live" clId="Web-{353658CF-0136-F2F6-DBF6-57B4256F8FE4}" dt="2026-02-25T14:01:42.546" v="2007" actId="1076"/>
          <ac:spMkLst>
            <pc:docMk/>
            <pc:sldMk cId="4199689563" sldId="269"/>
            <ac:spMk id="14" creationId="{B53A6B02-E8C3-F47F-7090-C2FB0EE0A5EB}"/>
          </ac:spMkLst>
        </pc:spChg>
        <pc:spChg chg="add mod">
          <ac:chgData name="Guest User" userId="" providerId="Windows Live" clId="Web-{353658CF-0136-F2F6-DBF6-57B4256F8FE4}" dt="2026-02-25T14:01:42.561" v="2008" actId="1076"/>
          <ac:spMkLst>
            <pc:docMk/>
            <pc:sldMk cId="4199689563" sldId="269"/>
            <ac:spMk id="15" creationId="{16933A86-CDE9-0519-8404-E95AEE452637}"/>
          </ac:spMkLst>
        </pc:spChg>
        <pc:spChg chg="add mod">
          <ac:chgData name="Guest User" userId="" providerId="Windows Live" clId="Web-{353658CF-0136-F2F6-DBF6-57B4256F8FE4}" dt="2026-02-25T14:01:55.405" v="2016" actId="14100"/>
          <ac:spMkLst>
            <pc:docMk/>
            <pc:sldMk cId="4199689563" sldId="269"/>
            <ac:spMk id="16" creationId="{95044B79-E514-84F8-C4E2-BB3DC0B73E98}"/>
          </ac:spMkLst>
        </pc:spChg>
        <pc:spChg chg="add mod">
          <ac:chgData name="Guest User" userId="" providerId="Windows Live" clId="Web-{353658CF-0136-F2F6-DBF6-57B4256F8FE4}" dt="2026-02-25T14:01:50.936" v="2011" actId="1076"/>
          <ac:spMkLst>
            <pc:docMk/>
            <pc:sldMk cId="4199689563" sldId="269"/>
            <ac:spMk id="17" creationId="{15E2ACEF-79B5-99E6-D73A-554787F3DE17}"/>
          </ac:spMkLst>
        </pc:spChg>
        <pc:spChg chg="add mod">
          <ac:chgData name="Guest User" userId="" providerId="Windows Live" clId="Web-{353658CF-0136-F2F6-DBF6-57B4256F8FE4}" dt="2026-02-25T14:01:50.952" v="2012" actId="1076"/>
          <ac:spMkLst>
            <pc:docMk/>
            <pc:sldMk cId="4199689563" sldId="269"/>
            <ac:spMk id="18" creationId="{42365E21-8DC4-2149-F483-85D8BA800676}"/>
          </ac:spMkLst>
        </pc:spChg>
        <pc:spChg chg="add mod">
          <ac:chgData name="Guest User" userId="" providerId="Windows Live" clId="Web-{353658CF-0136-F2F6-DBF6-57B4256F8FE4}" dt="2026-02-25T14:01:50.968" v="2013" actId="1076"/>
          <ac:spMkLst>
            <pc:docMk/>
            <pc:sldMk cId="4199689563" sldId="269"/>
            <ac:spMk id="19" creationId="{B2417CD6-11EB-106F-1472-06F0649E231F}"/>
          </ac:spMkLst>
        </pc:spChg>
        <pc:spChg chg="add mod">
          <ac:chgData name="Guest User" userId="" providerId="Windows Live" clId="Web-{353658CF-0136-F2F6-DBF6-57B4256F8FE4}" dt="2026-02-25T14:02:41.906" v="2061" actId="20577"/>
          <ac:spMkLst>
            <pc:docMk/>
            <pc:sldMk cId="4199689563" sldId="269"/>
            <ac:spMk id="20" creationId="{5BBAE8C9-08A2-95AF-D3B2-A859517E5BE4}"/>
          </ac:spMkLst>
        </pc:spChg>
        <pc:spChg chg="add mod">
          <ac:chgData name="Guest User" userId="" providerId="Windows Live" clId="Web-{353658CF-0136-F2F6-DBF6-57B4256F8FE4}" dt="2026-02-25T14:01:50.999" v="2015" actId="1076"/>
          <ac:spMkLst>
            <pc:docMk/>
            <pc:sldMk cId="4199689563" sldId="269"/>
            <ac:spMk id="21" creationId="{65875641-5097-0561-CF2E-3213F40AF66E}"/>
          </ac:spMkLst>
        </pc:spChg>
        <pc:spChg chg="add del mod">
          <ac:chgData name="Guest User" userId="" providerId="Windows Live" clId="Web-{353658CF-0136-F2F6-DBF6-57B4256F8FE4}" dt="2026-02-25T13:49:48.434" v="1652"/>
          <ac:spMkLst>
            <pc:docMk/>
            <pc:sldMk cId="4199689563" sldId="269"/>
            <ac:spMk id="22" creationId="{E0EA3B2E-B95E-586F-600A-5E63CF03274A}"/>
          </ac:spMkLst>
        </pc:spChg>
        <pc:spChg chg="add mod">
          <ac:chgData name="Guest User" userId="" providerId="Windows Live" clId="Web-{353658CF-0136-F2F6-DBF6-57B4256F8FE4}" dt="2026-02-25T13:52:07.363" v="1696" actId="14100"/>
          <ac:spMkLst>
            <pc:docMk/>
            <pc:sldMk cId="4199689563" sldId="269"/>
            <ac:spMk id="23" creationId="{E6AA385E-2FD5-945F-F49F-7955B3E77F87}"/>
          </ac:spMkLst>
        </pc:spChg>
        <pc:spChg chg="add del">
          <ac:chgData name="Guest User" userId="" providerId="Windows Live" clId="Web-{353658CF-0136-F2F6-DBF6-57B4256F8FE4}" dt="2026-02-25T13:52:15.145" v="1698"/>
          <ac:spMkLst>
            <pc:docMk/>
            <pc:sldMk cId="4199689563" sldId="269"/>
            <ac:spMk id="24" creationId="{EE3B0FE4-3A6B-9111-30E5-FDB9EBC48583}"/>
          </ac:spMkLst>
        </pc:spChg>
        <pc:spChg chg="add del">
          <ac:chgData name="Guest User" userId="" providerId="Windows Live" clId="Web-{353658CF-0136-F2F6-DBF6-57B4256F8FE4}" dt="2026-02-25T13:52:21.645" v="1700"/>
          <ac:spMkLst>
            <pc:docMk/>
            <pc:sldMk cId="4199689563" sldId="269"/>
            <ac:spMk id="25" creationId="{4D6C1F05-A955-E1A1-851E-E79A3F5CC4A4}"/>
          </ac:spMkLst>
        </pc:spChg>
        <pc:spChg chg="add del mod">
          <ac:chgData name="Guest User" userId="" providerId="Windows Live" clId="Web-{353658CF-0136-F2F6-DBF6-57B4256F8FE4}" dt="2026-02-25T13:52:36.334" v="1711"/>
          <ac:spMkLst>
            <pc:docMk/>
            <pc:sldMk cId="4199689563" sldId="269"/>
            <ac:spMk id="26" creationId="{D70784FB-3BBC-003F-2EFA-68D638E8B6A5}"/>
          </ac:spMkLst>
        </pc:spChg>
        <pc:spChg chg="add del mod">
          <ac:chgData name="Guest User" userId="" providerId="Windows Live" clId="Web-{353658CF-0136-F2F6-DBF6-57B4256F8FE4}" dt="2026-02-25T13:52:43.772" v="1714"/>
          <ac:spMkLst>
            <pc:docMk/>
            <pc:sldMk cId="4199689563" sldId="269"/>
            <ac:spMk id="27" creationId="{17BC93E7-FA70-8917-E124-E855996F6B9C}"/>
          </ac:spMkLst>
        </pc:spChg>
        <pc:spChg chg="add mod">
          <ac:chgData name="Guest User" userId="" providerId="Windows Live" clId="Web-{353658CF-0136-F2F6-DBF6-57B4256F8FE4}" dt="2026-02-25T13:52:55.226" v="1734" actId="1076"/>
          <ac:spMkLst>
            <pc:docMk/>
            <pc:sldMk cId="4199689563" sldId="269"/>
            <ac:spMk id="28" creationId="{F8AD4983-23C7-4DD6-B021-956024EDE2EC}"/>
          </ac:spMkLst>
        </pc:spChg>
        <pc:spChg chg="add mod">
          <ac:chgData name="Guest User" userId="" providerId="Windows Live" clId="Web-{353658CF-0136-F2F6-DBF6-57B4256F8FE4}" dt="2026-02-25T13:55:44.362" v="1863" actId="1076"/>
          <ac:spMkLst>
            <pc:docMk/>
            <pc:sldMk cId="4199689563" sldId="269"/>
            <ac:spMk id="29" creationId="{C5F638F9-6460-7229-8ACC-7D5605BD8F20}"/>
          </ac:spMkLst>
        </pc:spChg>
        <pc:spChg chg="add del mod">
          <ac:chgData name="Guest User" userId="" providerId="Windows Live" clId="Web-{353658CF-0136-F2F6-DBF6-57B4256F8FE4}" dt="2026-02-25T13:55:47.909" v="1866"/>
          <ac:spMkLst>
            <pc:docMk/>
            <pc:sldMk cId="4199689563" sldId="269"/>
            <ac:spMk id="30" creationId="{96600518-1197-201E-5B18-5E0C300C3C5E}"/>
          </ac:spMkLst>
        </pc:spChg>
        <pc:spChg chg="add mod">
          <ac:chgData name="Guest User" userId="" providerId="Windows Live" clId="Web-{353658CF-0136-F2F6-DBF6-57B4256F8FE4}" dt="2026-02-25T13:55:15.064" v="1857" actId="14100"/>
          <ac:spMkLst>
            <pc:docMk/>
            <pc:sldMk cId="4199689563" sldId="269"/>
            <ac:spMk id="31" creationId="{96065AB0-9B11-F0A1-ED3F-FBAA5A1755FA}"/>
          </ac:spMkLst>
        </pc:spChg>
        <pc:spChg chg="add mod">
          <ac:chgData name="Guest User" userId="" providerId="Windows Live" clId="Web-{353658CF-0136-F2F6-DBF6-57B4256F8FE4}" dt="2026-02-25T13:55:19.299" v="1859" actId="14100"/>
          <ac:spMkLst>
            <pc:docMk/>
            <pc:sldMk cId="4199689563" sldId="269"/>
            <ac:spMk id="32" creationId="{03B74E94-623D-4787-DFBA-C5F3961B0192}"/>
          </ac:spMkLst>
        </pc:spChg>
        <pc:spChg chg="add mod">
          <ac:chgData name="Guest User" userId="" providerId="Windows Live" clId="Web-{353658CF-0136-F2F6-DBF6-57B4256F8FE4}" dt="2026-02-25T13:55:08.486" v="1854" actId="1076"/>
          <ac:spMkLst>
            <pc:docMk/>
            <pc:sldMk cId="4199689563" sldId="269"/>
            <ac:spMk id="33" creationId="{EABAD7B6-FB4F-923D-61FF-AF0D9C67DA31}"/>
          </ac:spMkLst>
        </pc:spChg>
        <pc:spChg chg="add mod">
          <ac:chgData name="Guest User" userId="" providerId="Windows Live" clId="Web-{353658CF-0136-F2F6-DBF6-57B4256F8FE4}" dt="2026-02-25T13:55:23.955" v="1861" actId="14100"/>
          <ac:spMkLst>
            <pc:docMk/>
            <pc:sldMk cId="4199689563" sldId="269"/>
            <ac:spMk id="34" creationId="{DC14CC06-4239-11EF-5124-8F2618C17E1C}"/>
          </ac:spMkLst>
        </pc:spChg>
        <pc:spChg chg="add mod">
          <ac:chgData name="Guest User" userId="" providerId="Windows Live" clId="Web-{353658CF-0136-F2F6-DBF6-57B4256F8FE4}" dt="2026-02-25T13:54:12.685" v="1834" actId="1076"/>
          <ac:spMkLst>
            <pc:docMk/>
            <pc:sldMk cId="4199689563" sldId="269"/>
            <ac:spMk id="35" creationId="{E5622D54-50EB-3B31-1890-E93353959A04}"/>
          </ac:spMkLst>
        </pc:spChg>
        <pc:spChg chg="add mod">
          <ac:chgData name="Guest User" userId="" providerId="Windows Live" clId="Web-{353658CF-0136-F2F6-DBF6-57B4256F8FE4}" dt="2026-02-25T13:55:53.628" v="1872" actId="20577"/>
          <ac:spMkLst>
            <pc:docMk/>
            <pc:sldMk cId="4199689563" sldId="269"/>
            <ac:spMk id="36" creationId="{88B8FDA4-10C9-A145-D2A3-47AFD1CFA231}"/>
          </ac:spMkLst>
        </pc:spChg>
        <pc:spChg chg="add mod">
          <ac:chgData name="Guest User" userId="" providerId="Windows Live" clId="Web-{353658CF-0136-F2F6-DBF6-57B4256F8FE4}" dt="2026-02-25T13:56:10.082" v="1878" actId="20577"/>
          <ac:spMkLst>
            <pc:docMk/>
            <pc:sldMk cId="4199689563" sldId="269"/>
            <ac:spMk id="37" creationId="{8BF56073-EF3F-B6C5-CCFD-40B8758545B7}"/>
          </ac:spMkLst>
        </pc:spChg>
        <pc:spChg chg="add mod">
          <ac:chgData name="Guest User" userId="" providerId="Windows Live" clId="Web-{353658CF-0136-F2F6-DBF6-57B4256F8FE4}" dt="2026-02-25T13:56:44.975" v="1914" actId="1076"/>
          <ac:spMkLst>
            <pc:docMk/>
            <pc:sldMk cId="4199689563" sldId="269"/>
            <ac:spMk id="38" creationId="{2CB7E7AF-7CCB-E9FC-B756-C54331616BE4}"/>
          </ac:spMkLst>
        </pc:spChg>
        <pc:spChg chg="add mod">
          <ac:chgData name="Guest User" userId="" providerId="Windows Live" clId="Web-{353658CF-0136-F2F6-DBF6-57B4256F8FE4}" dt="2026-02-25T14:03:01.969" v="2064" actId="1076"/>
          <ac:spMkLst>
            <pc:docMk/>
            <pc:sldMk cId="4199689563" sldId="269"/>
            <ac:spMk id="40" creationId="{A8B1CA86-7830-B31C-C31B-A88DD8DD477B}"/>
          </ac:spMkLst>
        </pc:spChg>
        <pc:spChg chg="add mod">
          <ac:chgData name="Guest User" userId="" providerId="Windows Live" clId="Web-{353658CF-0136-F2F6-DBF6-57B4256F8FE4}" dt="2026-02-25T14:02:58.641" v="2063" actId="1076"/>
          <ac:spMkLst>
            <pc:docMk/>
            <pc:sldMk cId="4199689563" sldId="269"/>
            <ac:spMk id="41" creationId="{D270948B-DE66-24DE-5AAD-9A3DF3E011A8}"/>
          </ac:spMkLst>
        </pc:spChg>
      </pc:sldChg>
      <pc:sldChg chg="del">
        <pc:chgData name="Guest User" userId="" providerId="Windows Live" clId="Web-{353658CF-0136-F2F6-DBF6-57B4256F8FE4}" dt="2026-02-25T13:47:15.120" v="1574"/>
        <pc:sldMkLst>
          <pc:docMk/>
          <pc:sldMk cId="3044218692" sldId="270"/>
        </pc:sldMkLst>
      </pc:sldChg>
      <pc:sldChg chg="addSp delSp modSp new">
        <pc:chgData name="Guest User" userId="" providerId="Windows Live" clId="Web-{353658CF-0136-F2F6-DBF6-57B4256F8FE4}" dt="2026-02-25T13:59:40.371" v="1999" actId="20577"/>
        <pc:sldMkLst>
          <pc:docMk/>
          <pc:sldMk cId="1289862969" sldId="271"/>
        </pc:sldMkLst>
        <pc:spChg chg="del">
          <ac:chgData name="Guest User" userId="" providerId="Windows Live" clId="Web-{353658CF-0136-F2F6-DBF6-57B4256F8FE4}" dt="2026-02-25T13:57:34.023" v="1917"/>
          <ac:spMkLst>
            <pc:docMk/>
            <pc:sldMk cId="1289862969" sldId="271"/>
            <ac:spMk id="2" creationId="{D1110D41-4D7D-00FE-50D4-BE53A0CCE1EF}"/>
          </ac:spMkLst>
        </pc:spChg>
        <pc:spChg chg="del">
          <ac:chgData name="Guest User" userId="" providerId="Windows Live" clId="Web-{353658CF-0136-F2F6-DBF6-57B4256F8FE4}" dt="2026-02-25T13:57:32.492" v="1916"/>
          <ac:spMkLst>
            <pc:docMk/>
            <pc:sldMk cId="1289862969" sldId="271"/>
            <ac:spMk id="3" creationId="{A3BE4EE7-08D9-E154-D24B-15D7DAC6A8D8}"/>
          </ac:spMkLst>
        </pc:spChg>
        <pc:spChg chg="add">
          <ac:chgData name="Guest User" userId="" providerId="Windows Live" clId="Web-{353658CF-0136-F2F6-DBF6-57B4256F8FE4}" dt="2026-02-25T13:57:36.508" v="1918"/>
          <ac:spMkLst>
            <pc:docMk/>
            <pc:sldMk cId="1289862969" sldId="271"/>
            <ac:spMk id="5" creationId="{21B961F2-F75F-462C-110A-AE82C22B757D}"/>
          </ac:spMkLst>
        </pc:spChg>
        <pc:spChg chg="add del">
          <ac:chgData name="Guest User" userId="" providerId="Windows Live" clId="Web-{353658CF-0136-F2F6-DBF6-57B4256F8FE4}" dt="2026-02-25T13:57:47.633" v="1920"/>
          <ac:spMkLst>
            <pc:docMk/>
            <pc:sldMk cId="1289862969" sldId="271"/>
            <ac:spMk id="7" creationId="{DB56DE09-407F-4382-4475-5C7A05E4903C}"/>
          </ac:spMkLst>
        </pc:spChg>
        <pc:spChg chg="add del">
          <ac:chgData name="Guest User" userId="" providerId="Windows Live" clId="Web-{353658CF-0136-F2F6-DBF6-57B4256F8FE4}" dt="2026-02-25T13:57:55.743" v="1922"/>
          <ac:spMkLst>
            <pc:docMk/>
            <pc:sldMk cId="1289862969" sldId="271"/>
            <ac:spMk id="9" creationId="{521136CF-9FCC-3CF0-C5CD-CE0EC16FC95B}"/>
          </ac:spMkLst>
        </pc:spChg>
        <pc:spChg chg="add mod">
          <ac:chgData name="Guest User" userId="" providerId="Windows Live" clId="Web-{353658CF-0136-F2F6-DBF6-57B4256F8FE4}" dt="2026-02-25T13:58:11.384" v="1933" actId="20577"/>
          <ac:spMkLst>
            <pc:docMk/>
            <pc:sldMk cId="1289862969" sldId="271"/>
            <ac:spMk id="11" creationId="{D6A00DE2-4C71-DE31-B7B2-86288A45FFF3}"/>
          </ac:spMkLst>
        </pc:spChg>
        <pc:spChg chg="add mod">
          <ac:chgData name="Guest User" userId="" providerId="Windows Live" clId="Web-{353658CF-0136-F2F6-DBF6-57B4256F8FE4}" dt="2026-02-25T13:59:37.808" v="1991" actId="1076"/>
          <ac:spMkLst>
            <pc:docMk/>
            <pc:sldMk cId="1289862969" sldId="271"/>
            <ac:spMk id="13" creationId="{6708B28A-243F-6DDD-FC85-ACEECB0AF014}"/>
          </ac:spMkLst>
        </pc:spChg>
        <pc:spChg chg="add mod">
          <ac:chgData name="Guest User" userId="" providerId="Windows Live" clId="Web-{353658CF-0136-F2F6-DBF6-57B4256F8FE4}" dt="2026-02-25T13:59:37.824" v="1992" actId="1076"/>
          <ac:spMkLst>
            <pc:docMk/>
            <pc:sldMk cId="1289862969" sldId="271"/>
            <ac:spMk id="14" creationId="{34AF3F80-6ED1-1840-9289-5516CE7E36C5}"/>
          </ac:spMkLst>
        </pc:spChg>
        <pc:spChg chg="add mod">
          <ac:chgData name="Guest User" userId="" providerId="Windows Live" clId="Web-{353658CF-0136-F2F6-DBF6-57B4256F8FE4}" dt="2026-02-25T13:59:37.824" v="1993" actId="1076"/>
          <ac:spMkLst>
            <pc:docMk/>
            <pc:sldMk cId="1289862969" sldId="271"/>
            <ac:spMk id="15" creationId="{4FB4F3C7-3726-E258-8543-BEC1296C4959}"/>
          </ac:spMkLst>
        </pc:spChg>
        <pc:spChg chg="add mod">
          <ac:chgData name="Guest User" userId="" providerId="Windows Live" clId="Web-{353658CF-0136-F2F6-DBF6-57B4256F8FE4}" dt="2026-02-25T13:59:40.371" v="1999" actId="20577"/>
          <ac:spMkLst>
            <pc:docMk/>
            <pc:sldMk cId="1289862969" sldId="271"/>
            <ac:spMk id="16" creationId="{F6C44F3E-14A9-2ACD-2760-01BFD534460E}"/>
          </ac:spMkLst>
        </pc:spChg>
      </pc:sldChg>
      <pc:sldChg chg="addSp delSp modSp new">
        <pc:chgData name="Guest User" userId="" providerId="Windows Live" clId="Web-{353658CF-0136-F2F6-DBF6-57B4256F8FE4}" dt="2026-02-25T14:06:35.112" v="2081" actId="20577"/>
        <pc:sldMkLst>
          <pc:docMk/>
          <pc:sldMk cId="1015596913" sldId="272"/>
        </pc:sldMkLst>
        <pc:spChg chg="del">
          <ac:chgData name="Guest User" userId="" providerId="Windows Live" clId="Web-{353658CF-0136-F2F6-DBF6-57B4256F8FE4}" dt="2026-02-25T14:06:20.472" v="2066"/>
          <ac:spMkLst>
            <pc:docMk/>
            <pc:sldMk cId="1015596913" sldId="272"/>
            <ac:spMk id="2" creationId="{BB2F7EFF-9050-69B0-F72C-41F4B1FA6176}"/>
          </ac:spMkLst>
        </pc:spChg>
        <pc:spChg chg="del">
          <ac:chgData name="Guest User" userId="" providerId="Windows Live" clId="Web-{353658CF-0136-F2F6-DBF6-57B4256F8FE4}" dt="2026-02-25T14:06:21.534" v="2067"/>
          <ac:spMkLst>
            <pc:docMk/>
            <pc:sldMk cId="1015596913" sldId="272"/>
            <ac:spMk id="3" creationId="{3A8229FE-855B-0C6E-18DE-B17067498A54}"/>
          </ac:spMkLst>
        </pc:spChg>
        <pc:spChg chg="add mod">
          <ac:chgData name="Guest User" userId="" providerId="Windows Live" clId="Web-{353658CF-0136-F2F6-DBF6-57B4256F8FE4}" dt="2026-02-25T14:06:35.112" v="2081" actId="20577"/>
          <ac:spMkLst>
            <pc:docMk/>
            <pc:sldMk cId="1015596913" sldId="272"/>
            <ac:spMk id="5" creationId="{6143E468-87E5-C5FF-65E5-FABEC46C26D2}"/>
          </ac:spMkLst>
        </pc:spChg>
      </pc:sldChg>
    </pc:docChg>
  </pc:docChgLst>
  <pc:docChgLst>
    <pc:chgData name="Guest User" providerId="Windows Live" clId="Web-{FFDB2B71-72A4-3976-1E5D-7E49610A2BAF}"/>
    <pc:docChg chg="modSld">
      <pc:chgData name="Guest User" userId="" providerId="Windows Live" clId="Web-{FFDB2B71-72A4-3976-1E5D-7E49610A2BAF}" dt="2026-02-25T12:45:59.024" v="38" actId="20577"/>
      <pc:docMkLst>
        <pc:docMk/>
      </pc:docMkLst>
      <pc:sldChg chg="addSp delSp modSp">
        <pc:chgData name="Guest User" userId="" providerId="Windows Live" clId="Web-{FFDB2B71-72A4-3976-1E5D-7E49610A2BAF}" dt="2026-02-25T12:45:59.024" v="38" actId="20577"/>
        <pc:sldMkLst>
          <pc:docMk/>
          <pc:sldMk cId="3240665672" sldId="256"/>
        </pc:sldMkLst>
        <pc:spChg chg="mod">
          <ac:chgData name="Guest User" userId="" providerId="Windows Live" clId="Web-{FFDB2B71-72A4-3976-1E5D-7E49610A2BAF}" dt="2026-02-25T12:45:20.696" v="15" actId="1076"/>
          <ac:spMkLst>
            <pc:docMk/>
            <pc:sldMk cId="3240665672" sldId="256"/>
            <ac:spMk id="2" creationId="{260B915F-7FD4-744B-A8FF-E58CFF8188E6}"/>
          </ac:spMkLst>
        </pc:spChg>
        <pc:spChg chg="del">
          <ac:chgData name="Guest User" userId="" providerId="Windows Live" clId="Web-{FFDB2B71-72A4-3976-1E5D-7E49610A2BAF}" dt="2026-02-25T12:44:38.602" v="1"/>
          <ac:spMkLst>
            <pc:docMk/>
            <pc:sldMk cId="3240665672" sldId="256"/>
            <ac:spMk id="3" creationId="{039D2580-9CA2-EA02-AC9C-DC8C8FEB851A}"/>
          </ac:spMkLst>
        </pc:spChg>
        <pc:spChg chg="add del">
          <ac:chgData name="Guest User" userId="" providerId="Windows Live" clId="Web-{FFDB2B71-72A4-3976-1E5D-7E49610A2BAF}" dt="2026-02-25T12:45:06.383" v="5"/>
          <ac:spMkLst>
            <pc:docMk/>
            <pc:sldMk cId="3240665672" sldId="256"/>
            <ac:spMk id="4" creationId="{D51ECA9A-6EFC-D389-29B2-594462E92682}"/>
          </ac:spMkLst>
        </pc:spChg>
        <pc:spChg chg="add mod">
          <ac:chgData name="Guest User" userId="" providerId="Windows Live" clId="Web-{FFDB2B71-72A4-3976-1E5D-7E49610A2BAF}" dt="2026-02-25T12:45:59.024" v="38" actId="20577"/>
          <ac:spMkLst>
            <pc:docMk/>
            <pc:sldMk cId="3240665672" sldId="256"/>
            <ac:spMk id="6" creationId="{7418BA67-05B2-4C79-D360-B3B6EEC9007C}"/>
          </ac:spMkLst>
        </pc:spChg>
        <pc:spChg chg="add mod">
          <ac:chgData name="Guest User" userId="" providerId="Windows Live" clId="Web-{FFDB2B71-72A4-3976-1E5D-7E49610A2BAF}" dt="2026-02-25T12:45:37.899" v="35" actId="20577"/>
          <ac:spMkLst>
            <pc:docMk/>
            <pc:sldMk cId="3240665672" sldId="256"/>
            <ac:spMk id="7" creationId="{997C52B3-3519-97FD-7618-8B4475C679F9}"/>
          </ac:spMkLst>
        </pc:spChg>
      </pc:sldChg>
    </pc:docChg>
  </pc:docChgLst>
  <pc:docChgLst>
    <pc:chgData name="Guest User" providerId="Windows Live" clId="Web-{1EEBAA65-6675-E7A5-E067-43495BFA4ECD}"/>
    <pc:docChg chg="modSld">
      <pc:chgData name="Guest User" userId="" providerId="Windows Live" clId="Web-{1EEBAA65-6675-E7A5-E067-43495BFA4ECD}" dt="2026-02-25T13:45:52.120" v="0" actId="1076"/>
      <pc:docMkLst>
        <pc:docMk/>
      </pc:docMkLst>
      <pc:sldChg chg="modSp">
        <pc:chgData name="Guest User" userId="" providerId="Windows Live" clId="Web-{1EEBAA65-6675-E7A5-E067-43495BFA4ECD}" dt="2026-02-25T13:45:52.120" v="0" actId="1076"/>
        <pc:sldMkLst>
          <pc:docMk/>
          <pc:sldMk cId="2912237147" sldId="265"/>
        </pc:sldMkLst>
        <pc:spChg chg="mod">
          <ac:chgData name="Guest User" userId="" providerId="Windows Live" clId="Web-{1EEBAA65-6675-E7A5-E067-43495BFA4ECD}" dt="2026-02-25T13:45:52.120" v="0" actId="1076"/>
          <ac:spMkLst>
            <pc:docMk/>
            <pc:sldMk cId="2912237147" sldId="265"/>
            <ac:spMk id="36" creationId="{212A87DF-E0F9-F52A-CC24-79B663ACECC6}"/>
          </ac:spMkLst>
        </pc:spChg>
      </pc:sldChg>
    </pc:docChg>
  </pc:docChgLst>
  <pc:docChgLst>
    <pc:chgData name="Guest User" providerId="Windows Live" clId="Web-{4A0E0966-ACB1-5D91-7A6E-3BC0A86C961A}"/>
    <pc:docChg chg="addSld">
      <pc:chgData name="Guest User" userId="" providerId="Windows Live" clId="Web-{4A0E0966-ACB1-5D91-7A6E-3BC0A86C961A}" dt="2026-02-25T12:48:29.712" v="2"/>
      <pc:docMkLst>
        <pc:docMk/>
      </pc:docMkLst>
      <pc:sldChg chg="new">
        <pc:chgData name="Guest User" userId="" providerId="Windows Live" clId="Web-{4A0E0966-ACB1-5D91-7A6E-3BC0A86C961A}" dt="2026-02-25T12:48:24.961" v="0"/>
        <pc:sldMkLst>
          <pc:docMk/>
          <pc:sldMk cId="2729593924" sldId="257"/>
        </pc:sldMkLst>
      </pc:sldChg>
      <pc:sldChg chg="new">
        <pc:chgData name="Guest User" userId="" providerId="Windows Live" clId="Web-{4A0E0966-ACB1-5D91-7A6E-3BC0A86C961A}" dt="2026-02-25T12:48:26.665" v="1"/>
        <pc:sldMkLst>
          <pc:docMk/>
          <pc:sldMk cId="661051888" sldId="258"/>
        </pc:sldMkLst>
      </pc:sldChg>
      <pc:sldChg chg="new">
        <pc:chgData name="Guest User" userId="" providerId="Windows Live" clId="Web-{4A0E0966-ACB1-5D91-7A6E-3BC0A86C961A}" dt="2026-02-25T12:48:29.712" v="2"/>
        <pc:sldMkLst>
          <pc:docMk/>
          <pc:sldMk cId="2600895080" sldId="259"/>
        </pc:sldMkLst>
      </pc:sldChg>
    </pc:docChg>
  </pc:docChgLst>
  <pc:docChgLst>
    <pc:chgData name="Guest User" providerId="Windows Live" clId="Web-{11FFCC29-8D08-E1FB-E06B-ADA09573855C}"/>
    <pc:docChg chg="addSld delSld modSld sldOrd">
      <pc:chgData name="Guest User" userId="" providerId="Windows Live" clId="Web-{11FFCC29-8D08-E1FB-E06B-ADA09573855C}" dt="2026-02-25T14:01:37.618" v="462" actId="1076"/>
      <pc:docMkLst>
        <pc:docMk/>
      </pc:docMkLst>
      <pc:sldChg chg="addSp modSp del">
        <pc:chgData name="Guest User" userId="" providerId="Windows Live" clId="Web-{11FFCC29-8D08-E1FB-E06B-ADA09573855C}" dt="2026-02-25T12:57:04.689" v="53"/>
        <pc:sldMkLst>
          <pc:docMk/>
          <pc:sldMk cId="2729593924" sldId="257"/>
        </pc:sldMkLst>
        <pc:spChg chg="add mod">
          <ac:chgData name="Guest User" userId="" providerId="Windows Live" clId="Web-{11FFCC29-8D08-E1FB-E06B-ADA09573855C}" dt="2026-02-25T12:55:20.265" v="38" actId="1076"/>
          <ac:spMkLst>
            <pc:docMk/>
            <pc:sldMk cId="2729593924" sldId="257"/>
            <ac:spMk id="6" creationId="{15267020-093A-7632-0135-F91CE1172973}"/>
          </ac:spMkLst>
        </pc:spChg>
        <pc:spChg chg="add mod">
          <ac:chgData name="Guest User" userId="" providerId="Windows Live" clId="Web-{11FFCC29-8D08-E1FB-E06B-ADA09573855C}" dt="2026-02-25T12:55:38.031" v="40" actId="1076"/>
          <ac:spMkLst>
            <pc:docMk/>
            <pc:sldMk cId="2729593924" sldId="257"/>
            <ac:spMk id="8" creationId="{04CD38AF-3983-15A5-BF80-CD9368471E3D}"/>
          </ac:spMkLst>
        </pc:spChg>
        <pc:spChg chg="add mod">
          <ac:chgData name="Guest User" userId="" providerId="Windows Live" clId="Web-{11FFCC29-8D08-E1FB-E06B-ADA09573855C}" dt="2026-02-25T12:55:53.703" v="44" actId="1076"/>
          <ac:spMkLst>
            <pc:docMk/>
            <pc:sldMk cId="2729593924" sldId="257"/>
            <ac:spMk id="10" creationId="{0F2B59B3-4C65-7856-540C-7132DE352CF4}"/>
          </ac:spMkLst>
        </pc:spChg>
        <pc:spChg chg="add mod">
          <ac:chgData name="Guest User" userId="" providerId="Windows Live" clId="Web-{11FFCC29-8D08-E1FB-E06B-ADA09573855C}" dt="2026-02-25T12:56:06.453" v="49" actId="1076"/>
          <ac:spMkLst>
            <pc:docMk/>
            <pc:sldMk cId="2729593924" sldId="257"/>
            <ac:spMk id="12" creationId="{555C0580-FFAA-6157-424A-1AAFBBCEDEDD}"/>
          </ac:spMkLst>
        </pc:spChg>
        <pc:spChg chg="add mod">
          <ac:chgData name="Guest User" userId="" providerId="Windows Live" clId="Web-{11FFCC29-8D08-E1FB-E06B-ADA09573855C}" dt="2026-02-25T12:55:38.031" v="41" actId="1076"/>
          <ac:spMkLst>
            <pc:docMk/>
            <pc:sldMk cId="2729593924" sldId="257"/>
            <ac:spMk id="13" creationId="{BAFFA9EA-753C-9737-E3D6-91C5F46B19A5}"/>
          </ac:spMkLst>
        </pc:spChg>
        <pc:spChg chg="add mod">
          <ac:chgData name="Guest User" userId="" providerId="Windows Live" clId="Web-{11FFCC29-8D08-E1FB-E06B-ADA09573855C}" dt="2026-02-25T12:56:11.078" v="51" actId="1076"/>
          <ac:spMkLst>
            <pc:docMk/>
            <pc:sldMk cId="2729593924" sldId="257"/>
            <ac:spMk id="14" creationId="{50610C61-8759-1E6E-2E96-9569CB6CBC27}"/>
          </ac:spMkLst>
        </pc:spChg>
        <pc:spChg chg="add mod">
          <ac:chgData name="Guest User" userId="" providerId="Windows Live" clId="Web-{11FFCC29-8D08-E1FB-E06B-ADA09573855C}" dt="2026-02-25T12:56:06.453" v="50" actId="1076"/>
          <ac:spMkLst>
            <pc:docMk/>
            <pc:sldMk cId="2729593924" sldId="257"/>
            <ac:spMk id="15" creationId="{C0001102-031F-24A4-5175-F83B1737E0F9}"/>
          </ac:spMkLst>
        </pc:spChg>
      </pc:sldChg>
      <pc:sldChg chg="modSp">
        <pc:chgData name="Guest User" userId="" providerId="Windows Live" clId="Web-{11FFCC29-8D08-E1FB-E06B-ADA09573855C}" dt="2026-02-25T13:45:52.323" v="268"/>
        <pc:sldMkLst>
          <pc:docMk/>
          <pc:sldMk cId="2600895080" sldId="259"/>
        </pc:sldMkLst>
        <pc:spChg chg="ord">
          <ac:chgData name="Guest User" userId="" providerId="Windows Live" clId="Web-{11FFCC29-8D08-E1FB-E06B-ADA09573855C}" dt="2026-02-25T13:45:52.323" v="268"/>
          <ac:spMkLst>
            <pc:docMk/>
            <pc:sldMk cId="2600895080" sldId="259"/>
            <ac:spMk id="5" creationId="{FB4C23D1-BCA4-72FF-3673-554F7E61319F}"/>
          </ac:spMkLst>
        </pc:spChg>
      </pc:sldChg>
      <pc:sldChg chg="addSp delSp modSp add del replId">
        <pc:chgData name="Guest User" userId="" providerId="Windows Live" clId="Web-{11FFCC29-8D08-E1FB-E06B-ADA09573855C}" dt="2026-02-25T12:58:35.946" v="59"/>
        <pc:sldMkLst>
          <pc:docMk/>
          <pc:sldMk cId="946212268" sldId="260"/>
        </pc:sldMkLst>
        <pc:spChg chg="add del mod">
          <ac:chgData name="Guest User" userId="" providerId="Windows Live" clId="Web-{11FFCC29-8D08-E1FB-E06B-ADA09573855C}" dt="2026-02-25T12:58:17.429" v="57"/>
          <ac:spMkLst>
            <pc:docMk/>
            <pc:sldMk cId="946212268" sldId="260"/>
            <ac:spMk id="7" creationId="{8BB73164-AF73-BCF2-D9A9-A92C95943E3E}"/>
          </ac:spMkLst>
        </pc:spChg>
      </pc:sldChg>
      <pc:sldChg chg="addSp delSp modSp new">
        <pc:chgData name="Guest User" userId="" providerId="Windows Live" clId="Web-{11FFCC29-8D08-E1FB-E06B-ADA09573855C}" dt="2026-02-25T13:17:51.951" v="241"/>
        <pc:sldMkLst>
          <pc:docMk/>
          <pc:sldMk cId="2181146912" sldId="261"/>
        </pc:sldMkLst>
        <pc:spChg chg="del">
          <ac:chgData name="Guest User" userId="" providerId="Windows Live" clId="Web-{11FFCC29-8D08-E1FB-E06B-ADA09573855C}" dt="2026-02-25T12:58:39.415" v="61"/>
          <ac:spMkLst>
            <pc:docMk/>
            <pc:sldMk cId="2181146912" sldId="261"/>
            <ac:spMk id="2" creationId="{C11E0327-5B82-55CB-73F0-4CCDADBB2AD4}"/>
          </ac:spMkLst>
        </pc:spChg>
        <pc:spChg chg="del">
          <ac:chgData name="Guest User" userId="" providerId="Windows Live" clId="Web-{11FFCC29-8D08-E1FB-E06B-ADA09573855C}" dt="2026-02-25T12:58:39.415" v="60"/>
          <ac:spMkLst>
            <pc:docMk/>
            <pc:sldMk cId="2181146912" sldId="261"/>
            <ac:spMk id="3" creationId="{532316DC-DB80-59CF-2C8F-3E64FE616934}"/>
          </ac:spMkLst>
        </pc:spChg>
        <pc:spChg chg="add mod">
          <ac:chgData name="Guest User" userId="" providerId="Windows Live" clId="Web-{11FFCC29-8D08-E1FB-E06B-ADA09573855C}" dt="2026-02-25T13:13:17.608" v="228"/>
          <ac:spMkLst>
            <pc:docMk/>
            <pc:sldMk cId="2181146912" sldId="261"/>
            <ac:spMk id="4" creationId="{D40552FD-73FC-BCB7-A3EA-96E0C604F8D2}"/>
          </ac:spMkLst>
        </pc:spChg>
        <pc:spChg chg="add mod">
          <ac:chgData name="Guest User" userId="" providerId="Windows Live" clId="Web-{11FFCC29-8D08-E1FB-E06B-ADA09573855C}" dt="2026-02-25T13:17:23.763" v="240" actId="20577"/>
          <ac:spMkLst>
            <pc:docMk/>
            <pc:sldMk cId="2181146912" sldId="261"/>
            <ac:spMk id="5" creationId="{15267020-093A-7632-0135-F91CE1172973}"/>
          </ac:spMkLst>
        </pc:spChg>
        <pc:spChg chg="add mod">
          <ac:chgData name="Guest User" userId="" providerId="Windows Live" clId="Web-{11FFCC29-8D08-E1FB-E06B-ADA09573855C}" dt="2026-02-25T13:11:50.326" v="212" actId="20577"/>
          <ac:spMkLst>
            <pc:docMk/>
            <pc:sldMk cId="2181146912" sldId="261"/>
            <ac:spMk id="6" creationId="{04CD38AF-3983-15A5-BF80-CD9368471E3D}"/>
          </ac:spMkLst>
        </pc:spChg>
        <pc:spChg chg="add mod">
          <ac:chgData name="Guest User" userId="" providerId="Windows Live" clId="Web-{11FFCC29-8D08-E1FB-E06B-ADA09573855C}" dt="2026-02-25T13:11:45.529" v="211" actId="20577"/>
          <ac:spMkLst>
            <pc:docMk/>
            <pc:sldMk cId="2181146912" sldId="261"/>
            <ac:spMk id="7" creationId="{0F2B59B3-4C65-7856-540C-7132DE352CF4}"/>
          </ac:spMkLst>
        </pc:spChg>
        <pc:spChg chg="add mod">
          <ac:chgData name="Guest User" userId="" providerId="Windows Live" clId="Web-{11FFCC29-8D08-E1FB-E06B-ADA09573855C}" dt="2026-02-25T13:11:53.201" v="213" actId="20577"/>
          <ac:spMkLst>
            <pc:docMk/>
            <pc:sldMk cId="2181146912" sldId="261"/>
            <ac:spMk id="8" creationId="{555C0580-FFAA-6157-424A-1AAFBBCEDEDD}"/>
          </ac:spMkLst>
        </pc:spChg>
        <pc:spChg chg="add del">
          <ac:chgData name="Guest User" userId="" providerId="Windows Live" clId="Web-{11FFCC29-8D08-E1FB-E06B-ADA09573855C}" dt="2026-02-25T13:03:24.724" v="125"/>
          <ac:spMkLst>
            <pc:docMk/>
            <pc:sldMk cId="2181146912" sldId="261"/>
            <ac:spMk id="9" creationId="{BAFFA9EA-753C-9737-E3D6-91C5F46B19A5}"/>
          </ac:spMkLst>
        </pc:spChg>
        <pc:spChg chg="add del">
          <ac:chgData name="Guest User" userId="" providerId="Windows Live" clId="Web-{11FFCC29-8D08-E1FB-E06B-ADA09573855C}" dt="2026-02-25T13:03:40.802" v="129"/>
          <ac:spMkLst>
            <pc:docMk/>
            <pc:sldMk cId="2181146912" sldId="261"/>
            <ac:spMk id="10" creationId="{50610C61-8759-1E6E-2E96-9569CB6CBC27}"/>
          </ac:spMkLst>
        </pc:spChg>
        <pc:spChg chg="add del">
          <ac:chgData name="Guest User" userId="" providerId="Windows Live" clId="Web-{11FFCC29-8D08-E1FB-E06B-ADA09573855C}" dt="2026-02-25T13:03:49.084" v="131"/>
          <ac:spMkLst>
            <pc:docMk/>
            <pc:sldMk cId="2181146912" sldId="261"/>
            <ac:spMk id="11" creationId="{C0001102-031F-24A4-5175-F83B1737E0F9}"/>
          </ac:spMkLst>
        </pc:spChg>
        <pc:spChg chg="add mod">
          <ac:chgData name="Guest User" userId="" providerId="Windows Live" clId="Web-{11FFCC29-8D08-E1FB-E06B-ADA09573855C}" dt="2026-02-25T13:12:01.154" v="214" actId="20577"/>
          <ac:spMkLst>
            <pc:docMk/>
            <pc:sldMk cId="2181146912" sldId="261"/>
            <ac:spMk id="12" creationId="{886E0CEE-E43B-EE80-7AF4-CD9370C11078}"/>
          </ac:spMkLst>
        </pc:spChg>
        <pc:spChg chg="add mod">
          <ac:chgData name="Guest User" userId="" providerId="Windows Live" clId="Web-{11FFCC29-8D08-E1FB-E06B-ADA09573855C}" dt="2026-02-25T13:12:04.357" v="215" actId="20577"/>
          <ac:spMkLst>
            <pc:docMk/>
            <pc:sldMk cId="2181146912" sldId="261"/>
            <ac:spMk id="13" creationId="{604C132D-430B-5AF4-7063-B2B160A74197}"/>
          </ac:spMkLst>
        </pc:spChg>
        <pc:spChg chg="add mod">
          <ac:chgData name="Guest User" userId="" providerId="Windows Live" clId="Web-{11FFCC29-8D08-E1FB-E06B-ADA09573855C}" dt="2026-02-25T13:11:27.951" v="206"/>
          <ac:spMkLst>
            <pc:docMk/>
            <pc:sldMk cId="2181146912" sldId="261"/>
            <ac:spMk id="14" creationId="{99AC3924-B13C-3817-CF70-D3FB01748330}"/>
          </ac:spMkLst>
        </pc:spChg>
        <pc:spChg chg="add mod">
          <ac:chgData name="Guest User" userId="" providerId="Windows Live" clId="Web-{11FFCC29-8D08-E1FB-E06B-ADA09573855C}" dt="2026-02-25T13:11:27.951" v="207"/>
          <ac:spMkLst>
            <pc:docMk/>
            <pc:sldMk cId="2181146912" sldId="261"/>
            <ac:spMk id="15" creationId="{D81F3404-24F7-CA2E-B48E-8F7A913A50EB}"/>
          </ac:spMkLst>
        </pc:spChg>
        <pc:spChg chg="add mod">
          <ac:chgData name="Guest User" userId="" providerId="Windows Live" clId="Web-{11FFCC29-8D08-E1FB-E06B-ADA09573855C}" dt="2026-02-25T13:11:27.982" v="208"/>
          <ac:spMkLst>
            <pc:docMk/>
            <pc:sldMk cId="2181146912" sldId="261"/>
            <ac:spMk id="16" creationId="{E3E18FE0-BD93-003F-E3B5-F118CBFB14C2}"/>
          </ac:spMkLst>
        </pc:spChg>
        <pc:spChg chg="add del mod">
          <ac:chgData name="Guest User" userId="" providerId="Windows Live" clId="Web-{11FFCC29-8D08-E1FB-E06B-ADA09573855C}" dt="2026-02-25T13:09:14.230" v="193"/>
          <ac:spMkLst>
            <pc:docMk/>
            <pc:sldMk cId="2181146912" sldId="261"/>
            <ac:spMk id="19" creationId="{16908B9A-3167-CB5B-77ED-B9CDF6EFCAAB}"/>
          </ac:spMkLst>
        </pc:spChg>
        <pc:spChg chg="add mod ord">
          <ac:chgData name="Guest User" userId="" providerId="Windows Live" clId="Web-{11FFCC29-8D08-E1FB-E06B-ADA09573855C}" dt="2026-02-25T13:17:51.951" v="241"/>
          <ac:spMkLst>
            <pc:docMk/>
            <pc:sldMk cId="2181146912" sldId="261"/>
            <ac:spMk id="20" creationId="{389A0939-31E6-2736-EF56-78AB5A996DB9}"/>
          </ac:spMkLst>
        </pc:spChg>
        <pc:grpChg chg="add mod">
          <ac:chgData name="Guest User" userId="" providerId="Windows Live" clId="Web-{11FFCC29-8D08-E1FB-E06B-ADA09573855C}" dt="2026-02-25T13:05:56.383" v="141" actId="1076"/>
          <ac:grpSpMkLst>
            <pc:docMk/>
            <pc:sldMk cId="2181146912" sldId="261"/>
            <ac:grpSpMk id="17" creationId="{EABE9C67-2C9E-818F-E0E8-3E4372963BA5}"/>
          </ac:grpSpMkLst>
        </pc:grpChg>
        <pc:grpChg chg="add mod">
          <ac:chgData name="Guest User" userId="" providerId="Windows Live" clId="Web-{11FFCC29-8D08-E1FB-E06B-ADA09573855C}" dt="2026-02-25T13:09:23.996" v="199" actId="1076"/>
          <ac:grpSpMkLst>
            <pc:docMk/>
            <pc:sldMk cId="2181146912" sldId="261"/>
            <ac:grpSpMk id="18" creationId="{AD57F926-AFF9-1464-040F-E744D5C64F9E}"/>
          </ac:grpSpMkLst>
        </pc:grpChg>
      </pc:sldChg>
      <pc:sldChg chg="addSp delSp modSp new">
        <pc:chgData name="Guest User" userId="" providerId="Windows Live" clId="Web-{11FFCC29-8D08-E1FB-E06B-ADA09573855C}" dt="2026-02-25T13:07:50.760" v="180" actId="1076"/>
        <pc:sldMkLst>
          <pc:docMk/>
          <pc:sldMk cId="1354466040" sldId="262"/>
        </pc:sldMkLst>
        <pc:spChg chg="add del">
          <ac:chgData name="Guest User" userId="" providerId="Windows Live" clId="Web-{11FFCC29-8D08-E1FB-E06B-ADA09573855C}" dt="2026-02-25T13:00:45.047" v="91"/>
          <ac:spMkLst>
            <pc:docMk/>
            <pc:sldMk cId="1354466040" sldId="262"/>
            <ac:spMk id="2" creationId="{929DEC39-20AA-B163-1280-4DB54D31622D}"/>
          </ac:spMkLst>
        </pc:spChg>
        <pc:spChg chg="add del">
          <ac:chgData name="Guest User" userId="" providerId="Windows Live" clId="Web-{11FFCC29-8D08-E1FB-E06B-ADA09573855C}" dt="2026-02-25T13:00:45.047" v="90"/>
          <ac:spMkLst>
            <pc:docMk/>
            <pc:sldMk cId="1354466040" sldId="262"/>
            <ac:spMk id="3" creationId="{CC5A68C3-3451-8865-B217-F931BBB43C02}"/>
          </ac:spMkLst>
        </pc:spChg>
        <pc:spChg chg="add del">
          <ac:chgData name="Guest User" userId="" providerId="Windows Live" clId="Web-{11FFCC29-8D08-E1FB-E06B-ADA09573855C}" dt="2026-02-25T13:00:43.375" v="87"/>
          <ac:spMkLst>
            <pc:docMk/>
            <pc:sldMk cId="1354466040" sldId="262"/>
            <ac:spMk id="5" creationId="{59ADE304-4F48-4E08-C3BE-4A1C618AC7D9}"/>
          </ac:spMkLst>
        </pc:spChg>
        <pc:spChg chg="add mod">
          <ac:chgData name="Guest User" userId="" providerId="Windows Live" clId="Web-{11FFCC29-8D08-E1FB-E06B-ADA09573855C}" dt="2026-02-25T13:00:51.375" v="105" actId="20577"/>
          <ac:spMkLst>
            <pc:docMk/>
            <pc:sldMk cId="1354466040" sldId="262"/>
            <ac:spMk id="7" creationId="{77118125-35E5-E39F-159A-DB49C3BAA24A}"/>
          </ac:spMkLst>
        </pc:spChg>
        <pc:spChg chg="add mod">
          <ac:chgData name="Guest User" userId="" providerId="Windows Live" clId="Web-{11FFCC29-8D08-E1FB-E06B-ADA09573855C}" dt="2026-02-25T13:06:52.306" v="164" actId="20577"/>
          <ac:spMkLst>
            <pc:docMk/>
            <pc:sldMk cId="1354466040" sldId="262"/>
            <ac:spMk id="9" creationId="{32963716-603E-32FA-72FC-3B150D4114E7}"/>
          </ac:spMkLst>
        </pc:spChg>
        <pc:spChg chg="add del">
          <ac:chgData name="Guest User" userId="" providerId="Windows Live" clId="Web-{11FFCC29-8D08-E1FB-E06B-ADA09573855C}" dt="2026-02-25T13:06:00.274" v="147"/>
          <ac:spMkLst>
            <pc:docMk/>
            <pc:sldMk cId="1354466040" sldId="262"/>
            <ac:spMk id="11" creationId="{0427BA7D-89A5-7975-3637-3C060514BDF9}"/>
          </ac:spMkLst>
        </pc:spChg>
        <pc:spChg chg="add del">
          <ac:chgData name="Guest User" userId="" providerId="Windows Live" clId="Web-{11FFCC29-8D08-E1FB-E06B-ADA09573855C}" dt="2026-02-25T13:06:00.274" v="146"/>
          <ac:spMkLst>
            <pc:docMk/>
            <pc:sldMk cId="1354466040" sldId="262"/>
            <ac:spMk id="13" creationId="{8DEE60F3-8042-9176-7721-F5BAA2D2E106}"/>
          </ac:spMkLst>
        </pc:spChg>
        <pc:spChg chg="add del">
          <ac:chgData name="Guest User" userId="" providerId="Windows Live" clId="Web-{11FFCC29-8D08-E1FB-E06B-ADA09573855C}" dt="2026-02-25T13:06:00.274" v="145"/>
          <ac:spMkLst>
            <pc:docMk/>
            <pc:sldMk cId="1354466040" sldId="262"/>
            <ac:spMk id="15" creationId="{08D35189-7965-D625-0618-DA7684FD7F2A}"/>
          </ac:spMkLst>
        </pc:spChg>
        <pc:spChg chg="add del">
          <ac:chgData name="Guest User" userId="" providerId="Windows Live" clId="Web-{11FFCC29-8D08-E1FB-E06B-ADA09573855C}" dt="2026-02-25T13:06:00.274" v="144"/>
          <ac:spMkLst>
            <pc:docMk/>
            <pc:sldMk cId="1354466040" sldId="262"/>
            <ac:spMk id="17" creationId="{AC63F75F-AB80-03DB-C7C7-AF764822EBBD}"/>
          </ac:spMkLst>
        </pc:spChg>
        <pc:spChg chg="add del">
          <ac:chgData name="Guest User" userId="" providerId="Windows Live" clId="Web-{11FFCC29-8D08-E1FB-E06B-ADA09573855C}" dt="2026-02-25T13:06:00.274" v="143"/>
          <ac:spMkLst>
            <pc:docMk/>
            <pc:sldMk cId="1354466040" sldId="262"/>
            <ac:spMk id="19" creationId="{1C526C2E-12A3-BC5F-CCFF-61D5AC8E491E}"/>
          </ac:spMkLst>
        </pc:spChg>
        <pc:spChg chg="add del">
          <ac:chgData name="Guest User" userId="" providerId="Windows Live" clId="Web-{11FFCC29-8D08-E1FB-E06B-ADA09573855C}" dt="2026-02-25T13:06:00.274" v="142"/>
          <ac:spMkLst>
            <pc:docMk/>
            <pc:sldMk cId="1354466040" sldId="262"/>
            <ac:spMk id="21" creationId="{9F99FF3E-6B7B-6397-47C1-E56AA852FAA3}"/>
          </ac:spMkLst>
        </pc:spChg>
        <pc:spChg chg="add del">
          <ac:chgData name="Guest User" userId="" providerId="Windows Live" clId="Web-{11FFCC29-8D08-E1FB-E06B-ADA09573855C}" dt="2026-02-25T13:06:42.962" v="157"/>
          <ac:spMkLst>
            <pc:docMk/>
            <pc:sldMk cId="1354466040" sldId="262"/>
            <ac:spMk id="23" creationId="{62FC50E7-7864-2B82-EE98-08C5CA50B94E}"/>
          </ac:spMkLst>
        </pc:spChg>
        <pc:spChg chg="add del mod">
          <ac:chgData name="Guest User" userId="" providerId="Windows Live" clId="Web-{11FFCC29-8D08-E1FB-E06B-ADA09573855C}" dt="2026-02-25T13:06:42.962" v="156"/>
          <ac:spMkLst>
            <pc:docMk/>
            <pc:sldMk cId="1354466040" sldId="262"/>
            <ac:spMk id="25" creationId="{A71F266F-3762-776E-77C4-D67123F0DDD4}"/>
          </ac:spMkLst>
        </pc:spChg>
        <pc:spChg chg="add mod">
          <ac:chgData name="Guest User" userId="" providerId="Windows Live" clId="Web-{11FFCC29-8D08-E1FB-E06B-ADA09573855C}" dt="2026-02-25T13:07:08.932" v="167" actId="1076"/>
          <ac:spMkLst>
            <pc:docMk/>
            <pc:sldMk cId="1354466040" sldId="262"/>
            <ac:spMk id="35" creationId="{A61F7E6C-7308-16BB-17DC-B6E181671A35}"/>
          </ac:spMkLst>
        </pc:spChg>
        <pc:spChg chg="add mod">
          <ac:chgData name="Guest User" userId="" providerId="Windows Live" clId="Web-{11FFCC29-8D08-E1FB-E06B-ADA09573855C}" dt="2026-02-25T13:07:46.495" v="179" actId="1076"/>
          <ac:spMkLst>
            <pc:docMk/>
            <pc:sldMk cId="1354466040" sldId="262"/>
            <ac:spMk id="37" creationId="{C46F77F6-1F72-C7D2-4E5D-F5503A769432}"/>
          </ac:spMkLst>
        </pc:spChg>
        <pc:spChg chg="add del mod">
          <ac:chgData name="Guest User" userId="" providerId="Windows Live" clId="Web-{11FFCC29-8D08-E1FB-E06B-ADA09573855C}" dt="2026-02-25T13:07:33.854" v="175"/>
          <ac:spMkLst>
            <pc:docMk/>
            <pc:sldMk cId="1354466040" sldId="262"/>
            <ac:spMk id="39" creationId="{AC7E0F4A-1411-05EE-A120-5F2D0CE3AD64}"/>
          </ac:spMkLst>
        </pc:spChg>
        <pc:spChg chg="add del mod">
          <ac:chgData name="Guest User" userId="" providerId="Windows Live" clId="Web-{11FFCC29-8D08-E1FB-E06B-ADA09573855C}" dt="2026-02-25T13:07:33.854" v="174"/>
          <ac:spMkLst>
            <pc:docMk/>
            <pc:sldMk cId="1354466040" sldId="262"/>
            <ac:spMk id="41" creationId="{61A1714D-A583-B35F-4903-08F6D28B68FE}"/>
          </ac:spMkLst>
        </pc:spChg>
        <pc:grpChg chg="add">
          <ac:chgData name="Guest User" userId="" providerId="Windows Live" clId="Web-{11FFCC29-8D08-E1FB-E06B-ADA09573855C}" dt="2026-02-25T13:06:02.368" v="148"/>
          <ac:grpSpMkLst>
            <pc:docMk/>
            <pc:sldMk cId="1354466040" sldId="262"/>
            <ac:grpSpMk id="33" creationId="{498735CA-9280-623B-BF0C-5543FA804455}"/>
          </ac:grpSpMkLst>
        </pc:grpChg>
        <pc:grpChg chg="add mod">
          <ac:chgData name="Guest User" userId="" providerId="Windows Live" clId="Web-{11FFCC29-8D08-E1FB-E06B-ADA09573855C}" dt="2026-02-25T13:07:50.760" v="180" actId="1076"/>
          <ac:grpSpMkLst>
            <pc:docMk/>
            <pc:sldMk cId="1354466040" sldId="262"/>
            <ac:grpSpMk id="42" creationId="{35D1814A-AFD1-A786-4809-D1EAF63FBE1F}"/>
          </ac:grpSpMkLst>
        </pc:grpChg>
      </pc:sldChg>
      <pc:sldChg chg="addSp delSp add replId">
        <pc:chgData name="Guest User" userId="" providerId="Windows Live" clId="Web-{11FFCC29-8D08-E1FB-E06B-ADA09573855C}" dt="2026-02-25T13:14:05.953" v="236"/>
        <pc:sldMkLst>
          <pc:docMk/>
          <pc:sldMk cId="310944521" sldId="268"/>
        </pc:sldMkLst>
        <pc:spChg chg="add">
          <ac:chgData name="Guest User" userId="" providerId="Windows Live" clId="Web-{11FFCC29-8D08-E1FB-E06B-ADA09573855C}" dt="2026-02-25T13:14:05.860" v="232"/>
          <ac:spMkLst>
            <pc:docMk/>
            <pc:sldMk cId="310944521" sldId="268"/>
            <ac:spMk id="8" creationId="{8B9E0D3D-EE52-F93B-9604-19F95EE99F1C}"/>
          </ac:spMkLst>
        </pc:spChg>
        <pc:spChg chg="add">
          <ac:chgData name="Guest User" userId="" providerId="Windows Live" clId="Web-{11FFCC29-8D08-E1FB-E06B-ADA09573855C}" dt="2026-02-25T13:14:05.891" v="233"/>
          <ac:spMkLst>
            <pc:docMk/>
            <pc:sldMk cId="310944521" sldId="268"/>
            <ac:spMk id="11" creationId="{A71E3937-840F-DD24-58BA-4AB1DCB56004}"/>
          </ac:spMkLst>
        </pc:spChg>
        <pc:spChg chg="del">
          <ac:chgData name="Guest User" userId="" providerId="Windows Live" clId="Web-{11FFCC29-8D08-E1FB-E06B-ADA09573855C}" dt="2026-02-25T13:14:00.937" v="231"/>
          <ac:spMkLst>
            <pc:docMk/>
            <pc:sldMk cId="310944521" sldId="268"/>
            <ac:spMk id="13" creationId="{5F9D042D-04A6-822D-FFFB-AC237F7E1EC7}"/>
          </ac:spMkLst>
        </pc:spChg>
        <pc:spChg chg="add">
          <ac:chgData name="Guest User" userId="" providerId="Windows Live" clId="Web-{11FFCC29-8D08-E1FB-E06B-ADA09573855C}" dt="2026-02-25T13:14:05.907" v="234"/>
          <ac:spMkLst>
            <pc:docMk/>
            <pc:sldMk cId="310944521" sldId="268"/>
            <ac:spMk id="14" creationId="{434A0C84-9B96-7419-933C-2AEE33052D18}"/>
          </ac:spMkLst>
        </pc:spChg>
        <pc:grpChg chg="add">
          <ac:chgData name="Guest User" userId="" providerId="Windows Live" clId="Web-{11FFCC29-8D08-E1FB-E06B-ADA09573855C}" dt="2026-02-25T13:14:05.922" v="235"/>
          <ac:grpSpMkLst>
            <pc:docMk/>
            <pc:sldMk cId="310944521" sldId="268"/>
            <ac:grpSpMk id="18" creationId="{B786F50B-17F6-0293-F2F5-4800C7AFE4BC}"/>
          </ac:grpSpMkLst>
        </pc:grpChg>
        <pc:grpChg chg="add">
          <ac:chgData name="Guest User" userId="" providerId="Windows Live" clId="Web-{11FFCC29-8D08-E1FB-E06B-ADA09573855C}" dt="2026-02-25T13:14:05.953" v="236"/>
          <ac:grpSpMkLst>
            <pc:docMk/>
            <pc:sldMk cId="310944521" sldId="268"/>
            <ac:grpSpMk id="26" creationId="{5CAC546D-3EA4-4C5B-1BD4-A57A7D7F5B88}"/>
          </ac:grpSpMkLst>
        </pc:grpChg>
      </pc:sldChg>
      <pc:sldChg chg="addSp modSp">
        <pc:chgData name="Guest User" userId="" providerId="Windows Live" clId="Web-{11FFCC29-8D08-E1FB-E06B-ADA09573855C}" dt="2026-02-25T13:47:35.012" v="292"/>
        <pc:sldMkLst>
          <pc:docMk/>
          <pc:sldMk cId="4199689563" sldId="269"/>
        </pc:sldMkLst>
        <pc:spChg chg="add ord">
          <ac:chgData name="Guest User" userId="" providerId="Windows Live" clId="Web-{11FFCC29-8D08-E1FB-E06B-ADA09573855C}" dt="2026-02-25T13:47:35.012" v="292"/>
          <ac:spMkLst>
            <pc:docMk/>
            <pc:sldMk cId="4199689563" sldId="269"/>
            <ac:spMk id="6" creationId="{403C7471-D788-D56C-FF96-3A08B2A4EA79}"/>
          </ac:spMkLst>
        </pc:spChg>
        <pc:spChg chg="ord">
          <ac:chgData name="Guest User" userId="" providerId="Windows Live" clId="Web-{11FFCC29-8D08-E1FB-E06B-ADA09573855C}" dt="2026-02-25T13:47:27.903" v="288"/>
          <ac:spMkLst>
            <pc:docMk/>
            <pc:sldMk cId="4199689563" sldId="269"/>
            <ac:spMk id="9" creationId="{74F699A2-F3AB-27C3-2333-182C214A3F09}"/>
          </ac:spMkLst>
        </pc:spChg>
      </pc:sldChg>
      <pc:sldChg chg="addSp delSp modSp add ord replId">
        <pc:chgData name="Guest User" userId="" providerId="Windows Live" clId="Web-{11FFCC29-8D08-E1FB-E06B-ADA09573855C}" dt="2026-02-25T14:01:37.618" v="462" actId="1076"/>
        <pc:sldMkLst>
          <pc:docMk/>
          <pc:sldMk cId="2573039845" sldId="270"/>
        </pc:sldMkLst>
        <pc:spChg chg="add mod">
          <ac:chgData name="Guest User" userId="" providerId="Windows Live" clId="Web-{11FFCC29-8D08-E1FB-E06B-ADA09573855C}" dt="2026-02-25T13:55:45.972" v="346" actId="20577"/>
          <ac:spMkLst>
            <pc:docMk/>
            <pc:sldMk cId="2573039845" sldId="270"/>
            <ac:spMk id="3" creationId="{3EDD5E6C-41BA-2588-CBC6-C36B15138EE3}"/>
          </ac:spMkLst>
        </pc:spChg>
        <pc:spChg chg="mod">
          <ac:chgData name="Guest User" userId="" providerId="Windows Live" clId="Web-{11FFCC29-8D08-E1FB-E06B-ADA09573855C}" dt="2026-02-25T13:55:27.659" v="334" actId="20577"/>
          <ac:spMkLst>
            <pc:docMk/>
            <pc:sldMk cId="2573039845" sldId="270"/>
            <ac:spMk id="5" creationId="{78FB5C51-A684-E2FD-D39D-240FDBE84352}"/>
          </ac:spMkLst>
        </pc:spChg>
        <pc:spChg chg="add mod">
          <ac:chgData name="Guest User" userId="" providerId="Windows Live" clId="Web-{11FFCC29-8D08-E1FB-E06B-ADA09573855C}" dt="2026-02-25T13:55:57.206" v="361" actId="20577"/>
          <ac:spMkLst>
            <pc:docMk/>
            <pc:sldMk cId="2573039845" sldId="270"/>
            <ac:spMk id="6" creationId="{AE40533B-26F9-926A-7B58-FE426F9ED07A}"/>
          </ac:spMkLst>
        </pc:spChg>
        <pc:spChg chg="mod">
          <ac:chgData name="Guest User" userId="" providerId="Windows Live" clId="Web-{11FFCC29-8D08-E1FB-E06B-ADA09573855C}" dt="2026-02-25T13:55:22.955" v="324" actId="1076"/>
          <ac:spMkLst>
            <pc:docMk/>
            <pc:sldMk cId="2573039845" sldId="270"/>
            <ac:spMk id="7" creationId="{4EE22FD9-045E-F0FC-9316-A403E51C0896}"/>
          </ac:spMkLst>
        </pc:spChg>
        <pc:spChg chg="add mod">
          <ac:chgData name="Guest User" userId="" providerId="Windows Live" clId="Web-{11FFCC29-8D08-E1FB-E06B-ADA09573855C}" dt="2026-02-25T13:56:10.847" v="372" actId="20577"/>
          <ac:spMkLst>
            <pc:docMk/>
            <pc:sldMk cId="2573039845" sldId="270"/>
            <ac:spMk id="8" creationId="{A0FC7D81-0A3E-69A3-9C92-87AB18C35F4E}"/>
          </ac:spMkLst>
        </pc:spChg>
        <pc:spChg chg="del">
          <ac:chgData name="Guest User" userId="" providerId="Windows Live" clId="Web-{11FFCC29-8D08-E1FB-E06B-ADA09573855C}" dt="2026-02-25T13:54:41.658" v="314"/>
          <ac:spMkLst>
            <pc:docMk/>
            <pc:sldMk cId="2573039845" sldId="270"/>
            <ac:spMk id="9" creationId="{31ADA013-8C3A-9C73-3EE4-3C1DB903E80D}"/>
          </ac:spMkLst>
        </pc:spChg>
        <pc:spChg chg="del">
          <ac:chgData name="Guest User" userId="" providerId="Windows Live" clId="Web-{11FFCC29-8D08-E1FB-E06B-ADA09573855C}" dt="2026-02-25T13:54:41.658" v="313"/>
          <ac:spMkLst>
            <pc:docMk/>
            <pc:sldMk cId="2573039845" sldId="270"/>
            <ac:spMk id="10" creationId="{156C97BA-3C67-B693-A32E-0ADD089AAB54}"/>
          </ac:spMkLst>
        </pc:spChg>
        <pc:spChg chg="del">
          <ac:chgData name="Guest User" userId="" providerId="Windows Live" clId="Web-{11FFCC29-8D08-E1FB-E06B-ADA09573855C}" dt="2026-02-25T13:54:41.658" v="312"/>
          <ac:spMkLst>
            <pc:docMk/>
            <pc:sldMk cId="2573039845" sldId="270"/>
            <ac:spMk id="11" creationId="{C52DD886-BB43-DEB0-A8E1-F51B2FD45C33}"/>
          </ac:spMkLst>
        </pc:spChg>
        <pc:spChg chg="del">
          <ac:chgData name="Guest User" userId="" providerId="Windows Live" clId="Web-{11FFCC29-8D08-E1FB-E06B-ADA09573855C}" dt="2026-02-25T13:54:41.658" v="311"/>
          <ac:spMkLst>
            <pc:docMk/>
            <pc:sldMk cId="2573039845" sldId="270"/>
            <ac:spMk id="12" creationId="{D2E691CB-9393-D07A-8A33-79FFFBEAFA12}"/>
          </ac:spMkLst>
        </pc:spChg>
        <pc:spChg chg="del">
          <ac:chgData name="Guest User" userId="" providerId="Windows Live" clId="Web-{11FFCC29-8D08-E1FB-E06B-ADA09573855C}" dt="2026-02-25T13:54:41.658" v="310"/>
          <ac:spMkLst>
            <pc:docMk/>
            <pc:sldMk cId="2573039845" sldId="270"/>
            <ac:spMk id="13" creationId="{A9A90FBA-7A82-9838-77ED-2FCBBDEC8193}"/>
          </ac:spMkLst>
        </pc:spChg>
        <pc:spChg chg="del">
          <ac:chgData name="Guest User" userId="" providerId="Windows Live" clId="Web-{11FFCC29-8D08-E1FB-E06B-ADA09573855C}" dt="2026-02-25T13:54:41.658" v="309"/>
          <ac:spMkLst>
            <pc:docMk/>
            <pc:sldMk cId="2573039845" sldId="270"/>
            <ac:spMk id="14" creationId="{E045D449-D2B0-7FD3-860F-4B27ACCB4A20}"/>
          </ac:spMkLst>
        </pc:spChg>
        <pc:spChg chg="del">
          <ac:chgData name="Guest User" userId="" providerId="Windows Live" clId="Web-{11FFCC29-8D08-E1FB-E06B-ADA09573855C}" dt="2026-02-25T13:54:41.658" v="308"/>
          <ac:spMkLst>
            <pc:docMk/>
            <pc:sldMk cId="2573039845" sldId="270"/>
            <ac:spMk id="15" creationId="{DE02C17B-B2F1-61FD-1D19-D3A59ECB3537}"/>
          </ac:spMkLst>
        </pc:spChg>
        <pc:spChg chg="del">
          <ac:chgData name="Guest User" userId="" providerId="Windows Live" clId="Web-{11FFCC29-8D08-E1FB-E06B-ADA09573855C}" dt="2026-02-25T13:54:45.533" v="315"/>
          <ac:spMkLst>
            <pc:docMk/>
            <pc:sldMk cId="2573039845" sldId="270"/>
            <ac:spMk id="16" creationId="{EA2FDAFD-B863-EF93-DD26-F170B4647191}"/>
          </ac:spMkLst>
        </pc:spChg>
        <pc:spChg chg="del">
          <ac:chgData name="Guest User" userId="" providerId="Windows Live" clId="Web-{11FFCC29-8D08-E1FB-E06B-ADA09573855C}" dt="2026-02-25T13:54:41.658" v="307"/>
          <ac:spMkLst>
            <pc:docMk/>
            <pc:sldMk cId="2573039845" sldId="270"/>
            <ac:spMk id="17" creationId="{79028EF3-B809-3899-EB7E-98A4A0796509}"/>
          </ac:spMkLst>
        </pc:spChg>
        <pc:spChg chg="del">
          <ac:chgData name="Guest User" userId="" providerId="Windows Live" clId="Web-{11FFCC29-8D08-E1FB-E06B-ADA09573855C}" dt="2026-02-25T13:54:41.658" v="306"/>
          <ac:spMkLst>
            <pc:docMk/>
            <pc:sldMk cId="2573039845" sldId="270"/>
            <ac:spMk id="18" creationId="{75945757-A9C7-8AB4-7AC0-126D7E7B7B0F}"/>
          </ac:spMkLst>
        </pc:spChg>
        <pc:spChg chg="del">
          <ac:chgData name="Guest User" userId="" providerId="Windows Live" clId="Web-{11FFCC29-8D08-E1FB-E06B-ADA09573855C}" dt="2026-02-25T13:54:41.658" v="305"/>
          <ac:spMkLst>
            <pc:docMk/>
            <pc:sldMk cId="2573039845" sldId="270"/>
            <ac:spMk id="19" creationId="{36C7DF9C-C852-167C-2E68-3934EBF4D74E}"/>
          </ac:spMkLst>
        </pc:spChg>
        <pc:spChg chg="del">
          <ac:chgData name="Guest User" userId="" providerId="Windows Live" clId="Web-{11FFCC29-8D08-E1FB-E06B-ADA09573855C}" dt="2026-02-25T13:55:10.190" v="320"/>
          <ac:spMkLst>
            <pc:docMk/>
            <pc:sldMk cId="2573039845" sldId="270"/>
            <ac:spMk id="20" creationId="{B1F44E5F-E1CB-5217-FCB0-63B68152C234}"/>
          </ac:spMkLst>
        </pc:spChg>
        <pc:spChg chg="del">
          <ac:chgData name="Guest User" userId="" providerId="Windows Live" clId="Web-{11FFCC29-8D08-E1FB-E06B-ADA09573855C}" dt="2026-02-25T13:54:41.658" v="304"/>
          <ac:spMkLst>
            <pc:docMk/>
            <pc:sldMk cId="2573039845" sldId="270"/>
            <ac:spMk id="21" creationId="{4CCB5C0F-FF38-1284-011C-7BB8F1C32066}"/>
          </ac:spMkLst>
        </pc:spChg>
        <pc:spChg chg="del">
          <ac:chgData name="Guest User" userId="" providerId="Windows Live" clId="Web-{11FFCC29-8D08-E1FB-E06B-ADA09573855C}" dt="2026-02-25T13:54:41.658" v="303"/>
          <ac:spMkLst>
            <pc:docMk/>
            <pc:sldMk cId="2573039845" sldId="270"/>
            <ac:spMk id="22" creationId="{E481581F-A90E-AFF6-8CBB-67AB31E6B117}"/>
          </ac:spMkLst>
        </pc:spChg>
        <pc:spChg chg="del">
          <ac:chgData name="Guest User" userId="" providerId="Windows Live" clId="Web-{11FFCC29-8D08-E1FB-E06B-ADA09573855C}" dt="2026-02-25T13:55:16.065" v="322"/>
          <ac:spMkLst>
            <pc:docMk/>
            <pc:sldMk cId="2573039845" sldId="270"/>
            <ac:spMk id="23" creationId="{151FCC4C-34C9-ADEB-3C91-3544272A5416}"/>
          </ac:spMkLst>
        </pc:spChg>
        <pc:spChg chg="add del">
          <ac:chgData name="Guest User" userId="" providerId="Windows Live" clId="Web-{11FFCC29-8D08-E1FB-E06B-ADA09573855C}" dt="2026-02-25T13:56:23.582" v="374"/>
          <ac:spMkLst>
            <pc:docMk/>
            <pc:sldMk cId="2573039845" sldId="270"/>
            <ac:spMk id="24" creationId="{15FF2422-09B9-52D1-98E3-D3C3778CADD6}"/>
          </ac:spMkLst>
        </pc:spChg>
        <pc:spChg chg="del">
          <ac:chgData name="Guest User" userId="" providerId="Windows Live" clId="Web-{11FFCC29-8D08-E1FB-E06B-ADA09573855C}" dt="2026-02-25T13:54:41.658" v="302"/>
          <ac:spMkLst>
            <pc:docMk/>
            <pc:sldMk cId="2573039845" sldId="270"/>
            <ac:spMk id="25" creationId="{2573332C-1DE8-778C-2B38-027DA573C18D}"/>
          </ac:spMkLst>
        </pc:spChg>
        <pc:spChg chg="del">
          <ac:chgData name="Guest User" userId="" providerId="Windows Live" clId="Web-{11FFCC29-8D08-E1FB-E06B-ADA09573855C}" dt="2026-02-25T13:55:16.065" v="321"/>
          <ac:spMkLst>
            <pc:docMk/>
            <pc:sldMk cId="2573039845" sldId="270"/>
            <ac:spMk id="26" creationId="{30B2F9FD-45D5-B6BC-51BF-B3503A8DE873}"/>
          </ac:spMkLst>
        </pc:spChg>
        <pc:spChg chg="del">
          <ac:chgData name="Guest User" userId="" providerId="Windows Live" clId="Web-{11FFCC29-8D08-E1FB-E06B-ADA09573855C}" dt="2026-02-25T13:54:41.658" v="298"/>
          <ac:spMkLst>
            <pc:docMk/>
            <pc:sldMk cId="2573039845" sldId="270"/>
            <ac:spMk id="27" creationId="{31A93B30-4CCA-EBA8-0B2B-9BEF87D9A076}"/>
          </ac:spMkLst>
        </pc:spChg>
        <pc:spChg chg="del">
          <ac:chgData name="Guest User" userId="" providerId="Windows Live" clId="Web-{11FFCC29-8D08-E1FB-E06B-ADA09573855C}" dt="2026-02-25T13:54:41.658" v="300"/>
          <ac:spMkLst>
            <pc:docMk/>
            <pc:sldMk cId="2573039845" sldId="270"/>
            <ac:spMk id="28" creationId="{D35FFE51-D524-D48C-E97B-B17B76643EB6}"/>
          </ac:spMkLst>
        </pc:spChg>
        <pc:spChg chg="del">
          <ac:chgData name="Guest User" userId="" providerId="Windows Live" clId="Web-{11FFCC29-8D08-E1FB-E06B-ADA09573855C}" dt="2026-02-25T13:54:41.658" v="299"/>
          <ac:spMkLst>
            <pc:docMk/>
            <pc:sldMk cId="2573039845" sldId="270"/>
            <ac:spMk id="29" creationId="{4434E091-73C7-D60E-AF71-628DEE29503C}"/>
          </ac:spMkLst>
        </pc:spChg>
        <pc:spChg chg="del">
          <ac:chgData name="Guest User" userId="" providerId="Windows Live" clId="Web-{11FFCC29-8D08-E1FB-E06B-ADA09573855C}" dt="2026-02-25T13:54:41.658" v="301"/>
          <ac:spMkLst>
            <pc:docMk/>
            <pc:sldMk cId="2573039845" sldId="270"/>
            <ac:spMk id="30" creationId="{486B959E-C415-420D-A748-E183CFDBBE86}"/>
          </ac:spMkLst>
        </pc:spChg>
        <pc:spChg chg="add mod">
          <ac:chgData name="Guest User" userId="" providerId="Windows Live" clId="Web-{11FFCC29-8D08-E1FB-E06B-ADA09573855C}" dt="2026-02-25T13:58:07.396" v="408"/>
          <ac:spMkLst>
            <pc:docMk/>
            <pc:sldMk cId="2573039845" sldId="270"/>
            <ac:spMk id="31" creationId="{B6A7D349-F452-FF88-E284-5C71409E5DB1}"/>
          </ac:spMkLst>
        </pc:spChg>
        <pc:spChg chg="del">
          <ac:chgData name="Guest User" userId="" providerId="Windows Live" clId="Web-{11FFCC29-8D08-E1FB-E06B-ADA09573855C}" dt="2026-02-25T13:55:09.143" v="319"/>
          <ac:spMkLst>
            <pc:docMk/>
            <pc:sldMk cId="2573039845" sldId="270"/>
            <ac:spMk id="32" creationId="{1E9807D3-9C2F-7F28-F56E-DE490FF6F604}"/>
          </ac:spMkLst>
        </pc:spChg>
        <pc:spChg chg="del">
          <ac:chgData name="Guest User" userId="" providerId="Windows Live" clId="Web-{11FFCC29-8D08-E1FB-E06B-ADA09573855C}" dt="2026-02-25T13:54:41.658" v="297"/>
          <ac:spMkLst>
            <pc:docMk/>
            <pc:sldMk cId="2573039845" sldId="270"/>
            <ac:spMk id="36" creationId="{24849124-DF33-55C2-1095-80C81070D323}"/>
          </ac:spMkLst>
        </pc:spChg>
        <pc:spChg chg="del">
          <ac:chgData name="Guest User" userId="" providerId="Windows Live" clId="Web-{11FFCC29-8D08-E1FB-E06B-ADA09573855C}" dt="2026-02-25T13:54:41.658" v="296"/>
          <ac:spMkLst>
            <pc:docMk/>
            <pc:sldMk cId="2573039845" sldId="270"/>
            <ac:spMk id="37" creationId="{60DC48A5-9DB9-BDBC-B993-8133A98FBDC0}"/>
          </ac:spMkLst>
        </pc:spChg>
        <pc:spChg chg="del">
          <ac:chgData name="Guest User" userId="" providerId="Windows Live" clId="Web-{11FFCC29-8D08-E1FB-E06B-ADA09573855C}" dt="2026-02-25T13:54:41.658" v="295"/>
          <ac:spMkLst>
            <pc:docMk/>
            <pc:sldMk cId="2573039845" sldId="270"/>
            <ac:spMk id="38" creationId="{6A330F2D-BB8C-9130-E015-DE34FA98C600}"/>
          </ac:spMkLst>
        </pc:spChg>
        <pc:spChg chg="add mod">
          <ac:chgData name="Guest User" userId="" providerId="Windows Live" clId="Web-{11FFCC29-8D08-E1FB-E06B-ADA09573855C}" dt="2026-02-25T13:58:07.396" v="409"/>
          <ac:spMkLst>
            <pc:docMk/>
            <pc:sldMk cId="2573039845" sldId="270"/>
            <ac:spMk id="39" creationId="{2996AACE-52C8-D1C8-D438-5DF7F68A72B3}"/>
          </ac:spMkLst>
        </pc:spChg>
        <pc:spChg chg="add mod">
          <ac:chgData name="Guest User" userId="" providerId="Windows Live" clId="Web-{11FFCC29-8D08-E1FB-E06B-ADA09573855C}" dt="2026-02-25T13:58:07.396" v="410"/>
          <ac:spMkLst>
            <pc:docMk/>
            <pc:sldMk cId="2573039845" sldId="270"/>
            <ac:spMk id="40" creationId="{77BD5272-93D1-7F38-9747-1A1C69311BC1}"/>
          </ac:spMkLst>
        </pc:spChg>
        <pc:spChg chg="add mod">
          <ac:chgData name="Guest User" userId="" providerId="Windows Live" clId="Web-{11FFCC29-8D08-E1FB-E06B-ADA09573855C}" dt="2026-02-25T13:58:28.334" v="416" actId="1076"/>
          <ac:spMkLst>
            <pc:docMk/>
            <pc:sldMk cId="2573039845" sldId="270"/>
            <ac:spMk id="42" creationId="{9CB88BE6-D0BD-80A2-78E2-023C75CA0597}"/>
          </ac:spMkLst>
        </pc:spChg>
        <pc:spChg chg="add mod">
          <ac:chgData name="Guest User" userId="" providerId="Windows Live" clId="Web-{11FFCC29-8D08-E1FB-E06B-ADA09573855C}" dt="2026-02-25T13:58:32.194" v="418" actId="1076"/>
          <ac:spMkLst>
            <pc:docMk/>
            <pc:sldMk cId="2573039845" sldId="270"/>
            <ac:spMk id="43" creationId="{9179BD2A-8A28-E8AD-E0F9-E222AC970C53}"/>
          </ac:spMkLst>
        </pc:spChg>
        <pc:spChg chg="add mod">
          <ac:chgData name="Guest User" userId="" providerId="Windows Live" clId="Web-{11FFCC29-8D08-E1FB-E06B-ADA09573855C}" dt="2026-02-25T13:58:36.772" v="420" actId="1076"/>
          <ac:spMkLst>
            <pc:docMk/>
            <pc:sldMk cId="2573039845" sldId="270"/>
            <ac:spMk id="44" creationId="{EC82E937-1845-2C73-9FBD-21E33C764BEA}"/>
          </ac:spMkLst>
        </pc:spChg>
        <pc:spChg chg="add mod">
          <ac:chgData name="Guest User" userId="" providerId="Windows Live" clId="Web-{11FFCC29-8D08-E1FB-E06B-ADA09573855C}" dt="2026-02-25T13:58:55.397" v="426" actId="1076"/>
          <ac:spMkLst>
            <pc:docMk/>
            <pc:sldMk cId="2573039845" sldId="270"/>
            <ac:spMk id="45" creationId="{8BE33753-30DE-7FE5-8502-5ADF7A597B36}"/>
          </ac:spMkLst>
        </pc:spChg>
        <pc:spChg chg="add mod">
          <ac:chgData name="Guest User" userId="" providerId="Windows Live" clId="Web-{11FFCC29-8D08-E1FB-E06B-ADA09573855C}" dt="2026-02-25T13:59:01.475" v="428" actId="1076"/>
          <ac:spMkLst>
            <pc:docMk/>
            <pc:sldMk cId="2573039845" sldId="270"/>
            <ac:spMk id="46" creationId="{424F9487-E882-E1A0-3A65-938A4F109F68}"/>
          </ac:spMkLst>
        </pc:spChg>
        <pc:spChg chg="add mod">
          <ac:chgData name="Guest User" userId="" providerId="Windows Live" clId="Web-{11FFCC29-8D08-E1FB-E06B-ADA09573855C}" dt="2026-02-25T13:59:05.444" v="430" actId="1076"/>
          <ac:spMkLst>
            <pc:docMk/>
            <pc:sldMk cId="2573039845" sldId="270"/>
            <ac:spMk id="47" creationId="{DC16CC12-2257-8CD5-2632-B605CBD598FC}"/>
          </ac:spMkLst>
        </pc:spChg>
        <pc:spChg chg="add mod">
          <ac:chgData name="Guest User" userId="" providerId="Windows Live" clId="Web-{11FFCC29-8D08-E1FB-E06B-ADA09573855C}" dt="2026-02-25T14:00:24.805" v="448" actId="1076"/>
          <ac:spMkLst>
            <pc:docMk/>
            <pc:sldMk cId="2573039845" sldId="270"/>
            <ac:spMk id="48" creationId="{EB761DBC-6BD1-099E-99D1-8341481E3F94}"/>
          </ac:spMkLst>
        </pc:spChg>
        <pc:spChg chg="add mod">
          <ac:chgData name="Guest User" userId="" providerId="Windows Live" clId="Web-{11FFCC29-8D08-E1FB-E06B-ADA09573855C}" dt="2026-02-25T14:00:47.117" v="454" actId="1076"/>
          <ac:spMkLst>
            <pc:docMk/>
            <pc:sldMk cId="2573039845" sldId="270"/>
            <ac:spMk id="49" creationId="{93D989BB-C975-7B26-2C65-EA4513ED57E1}"/>
          </ac:spMkLst>
        </pc:spChg>
        <pc:spChg chg="add mod">
          <ac:chgData name="Guest User" userId="" providerId="Windows Live" clId="Web-{11FFCC29-8D08-E1FB-E06B-ADA09573855C}" dt="2026-02-25T14:01:17.430" v="456" actId="1076"/>
          <ac:spMkLst>
            <pc:docMk/>
            <pc:sldMk cId="2573039845" sldId="270"/>
            <ac:spMk id="50" creationId="{B698B642-181D-3B73-2450-B979E5B69BC1}"/>
          </ac:spMkLst>
        </pc:spChg>
        <pc:spChg chg="add mod">
          <ac:chgData name="Guest User" userId="" providerId="Windows Live" clId="Web-{11FFCC29-8D08-E1FB-E06B-ADA09573855C}" dt="2026-02-25T14:01:21.415" v="458" actId="1076"/>
          <ac:spMkLst>
            <pc:docMk/>
            <pc:sldMk cId="2573039845" sldId="270"/>
            <ac:spMk id="51" creationId="{12BBAE7B-DC47-4879-534F-49A2E6405950}"/>
          </ac:spMkLst>
        </pc:spChg>
        <pc:spChg chg="add mod">
          <ac:chgData name="Guest User" userId="" providerId="Windows Live" clId="Web-{11FFCC29-8D08-E1FB-E06B-ADA09573855C}" dt="2026-02-25T14:01:33.321" v="460" actId="1076"/>
          <ac:spMkLst>
            <pc:docMk/>
            <pc:sldMk cId="2573039845" sldId="270"/>
            <ac:spMk id="52" creationId="{AAF5D873-1C1E-2EA3-E73F-B5337AD07D4C}"/>
          </ac:spMkLst>
        </pc:spChg>
        <pc:spChg chg="add mod">
          <ac:chgData name="Guest User" userId="" providerId="Windows Live" clId="Web-{11FFCC29-8D08-E1FB-E06B-ADA09573855C}" dt="2026-02-25T14:01:37.618" v="462" actId="1076"/>
          <ac:spMkLst>
            <pc:docMk/>
            <pc:sldMk cId="2573039845" sldId="270"/>
            <ac:spMk id="53" creationId="{1CC8076D-7112-C931-E7DE-B2B3DD00ED69}"/>
          </ac:spMkLst>
        </pc:spChg>
        <pc:cxnChg chg="del">
          <ac:chgData name="Guest User" userId="" providerId="Windows Live" clId="Web-{11FFCC29-8D08-E1FB-E06B-ADA09573855C}" dt="2026-02-25T13:55:07.455" v="318"/>
          <ac:cxnSpMkLst>
            <pc:docMk/>
            <pc:sldMk cId="2573039845" sldId="270"/>
            <ac:cxnSpMk id="33" creationId="{80129120-C4F1-266A-EF0F-D9D4B5CF2D98}"/>
          </ac:cxnSpMkLst>
        </pc:cxnChg>
        <pc:cxnChg chg="del">
          <ac:chgData name="Guest User" userId="" providerId="Windows Live" clId="Web-{11FFCC29-8D08-E1FB-E06B-ADA09573855C}" dt="2026-02-25T13:55:05.643" v="317"/>
          <ac:cxnSpMkLst>
            <pc:docMk/>
            <pc:sldMk cId="2573039845" sldId="270"/>
            <ac:cxnSpMk id="34" creationId="{02836529-0968-9881-FD24-1B52DA8EBC49}"/>
          </ac:cxnSpMkLst>
        </pc:cxnChg>
        <pc:cxnChg chg="del">
          <ac:chgData name="Guest User" userId="" providerId="Windows Live" clId="Web-{11FFCC29-8D08-E1FB-E06B-ADA09573855C}" dt="2026-02-25T13:54:57.814" v="316"/>
          <ac:cxnSpMkLst>
            <pc:docMk/>
            <pc:sldMk cId="2573039845" sldId="270"/>
            <ac:cxnSpMk id="35" creationId="{FACB0F63-2795-48E4-57FD-BF9BFD7793A5}"/>
          </ac:cxnSpMkLst>
        </pc:cxnChg>
        <pc:cxnChg chg="add del mod">
          <ac:chgData name="Guest User" userId="" providerId="Windows Live" clId="Web-{11FFCC29-8D08-E1FB-E06B-ADA09573855C}" dt="2026-02-25T13:58:04.756" v="398"/>
          <ac:cxnSpMkLst>
            <pc:docMk/>
            <pc:sldMk cId="2573039845" sldId="270"/>
            <ac:cxnSpMk id="41" creationId="{0FABF87E-536A-8751-2F97-0AB0506F2C86}"/>
          </ac:cxnSpMkLst>
        </pc:cxnChg>
      </pc:sldChg>
      <pc:sldChg chg="modSp add del replId">
        <pc:chgData name="Guest User" userId="" providerId="Windows Live" clId="Web-{11FFCC29-8D08-E1FB-E06B-ADA09573855C}" dt="2026-02-25T13:46:28.199" v="283" actId="20577"/>
        <pc:sldMkLst>
          <pc:docMk/>
          <pc:sldMk cId="3044218692" sldId="270"/>
        </pc:sldMkLst>
        <pc:spChg chg="mod">
          <ac:chgData name="Guest User" userId="" providerId="Windows Live" clId="Web-{11FFCC29-8D08-E1FB-E06B-ADA09573855C}" dt="2026-02-25T13:46:28.199" v="283" actId="20577"/>
          <ac:spMkLst>
            <pc:docMk/>
            <pc:sldMk cId="3044218692" sldId="270"/>
            <ac:spMk id="7" creationId="{8EE6634D-5141-25FB-1F92-93B1FB54AB09}"/>
          </ac:spMkLst>
        </pc:spChg>
      </pc:sldChg>
    </pc:docChg>
  </pc:docChgLst>
  <pc:docChgLst>
    <pc:chgData name="Guest User" providerId="Windows Live" clId="Web-{5AF3304E-B0AE-F69C-B8C2-55CD21D414F3}"/>
    <pc:docChg chg="modSld">
      <pc:chgData name="Guest User" userId="" providerId="Windows Live" clId="Web-{5AF3304E-B0AE-F69C-B8C2-55CD21D414F3}" dt="2026-02-25T12:51:10.846" v="4"/>
      <pc:docMkLst>
        <pc:docMk/>
      </pc:docMkLst>
      <pc:sldChg chg="modSp">
        <pc:chgData name="Guest User" userId="" providerId="Windows Live" clId="Web-{5AF3304E-B0AE-F69C-B8C2-55CD21D414F3}" dt="2026-02-25T12:50:45.281" v="2" actId="14100"/>
        <pc:sldMkLst>
          <pc:docMk/>
          <pc:sldMk cId="3240665672" sldId="256"/>
        </pc:sldMkLst>
        <pc:picChg chg="mod ord">
          <ac:chgData name="Guest User" userId="" providerId="Windows Live" clId="Web-{5AF3304E-B0AE-F69C-B8C2-55CD21D414F3}" dt="2026-02-25T12:50:45.281" v="2" actId="14100"/>
          <ac:picMkLst>
            <pc:docMk/>
            <pc:sldMk cId="3240665672" sldId="256"/>
            <ac:picMk id="9" creationId="{F5DF65AC-4F5F-FAF8-B5ED-BABE85B8BFCB}"/>
          </ac:picMkLst>
        </pc:picChg>
      </pc:sldChg>
      <pc:sldChg chg="delSp">
        <pc:chgData name="Guest User" userId="" providerId="Windows Live" clId="Web-{5AF3304E-B0AE-F69C-B8C2-55CD21D414F3}" dt="2026-02-25T12:51:10.846" v="4"/>
        <pc:sldMkLst>
          <pc:docMk/>
          <pc:sldMk cId="661051888" sldId="258"/>
        </pc:sldMkLst>
        <pc:spChg chg="del">
          <ac:chgData name="Guest User" userId="" providerId="Windows Live" clId="Web-{5AF3304E-B0AE-F69C-B8C2-55CD21D414F3}" dt="2026-02-25T12:51:09.768" v="3"/>
          <ac:spMkLst>
            <pc:docMk/>
            <pc:sldMk cId="661051888" sldId="258"/>
            <ac:spMk id="2" creationId="{6EEC960D-9365-7B44-8BCA-EF8031C506CA}"/>
          </ac:spMkLst>
        </pc:spChg>
        <pc:spChg chg="del">
          <ac:chgData name="Guest User" userId="" providerId="Windows Live" clId="Web-{5AF3304E-B0AE-F69C-B8C2-55CD21D414F3}" dt="2026-02-25T12:51:10.846" v="4"/>
          <ac:spMkLst>
            <pc:docMk/>
            <pc:sldMk cId="661051888" sldId="258"/>
            <ac:spMk id="3" creationId="{838F993A-3E55-F35F-E675-8F25289E8B49}"/>
          </ac:spMkLst>
        </pc:spChg>
      </pc:sldChg>
    </pc:docChg>
  </pc:docChgLst>
  <pc:docChgLst>
    <pc:chgData name="Marcus Vibar" userId="9c4967f4d3c7369c" providerId="LiveId" clId="{DC0AEFF7-91C1-45CF-988C-567B4BD2A6A5}"/>
    <pc:docChg chg="undo custSel addSld delSld modSld sldOrd">
      <pc:chgData name="Marcus Vibar" userId="9c4967f4d3c7369c" providerId="LiveId" clId="{DC0AEFF7-91C1-45CF-988C-567B4BD2A6A5}" dt="2026-02-25T14:01:23.250" v="287" actId="1076"/>
      <pc:docMkLst>
        <pc:docMk/>
      </pc:docMkLst>
      <pc:sldChg chg="addSp modSp mod ord setBg">
        <pc:chgData name="Marcus Vibar" userId="9c4967f4d3c7369c" providerId="LiveId" clId="{DC0AEFF7-91C1-45CF-988C-567B4BD2A6A5}" dt="2026-02-25T13:35:53.206" v="224"/>
        <pc:sldMkLst>
          <pc:docMk/>
          <pc:sldMk cId="3240665672" sldId="256"/>
        </pc:sldMkLst>
        <pc:spChg chg="mod">
          <ac:chgData name="Marcus Vibar" userId="9c4967f4d3c7369c" providerId="LiveId" clId="{DC0AEFF7-91C1-45CF-988C-567B4BD2A6A5}" dt="2026-02-25T12:58:54.547" v="41" actId="20577"/>
          <ac:spMkLst>
            <pc:docMk/>
            <pc:sldMk cId="3240665672" sldId="256"/>
            <ac:spMk id="2" creationId="{260B915F-7FD4-744B-A8FF-E58CFF8188E6}"/>
          </ac:spMkLst>
        </pc:spChg>
        <pc:spChg chg="add mod">
          <ac:chgData name="Marcus Vibar" userId="9c4967f4d3c7369c" providerId="LiveId" clId="{DC0AEFF7-91C1-45CF-988C-567B4BD2A6A5}" dt="2026-02-25T12:56:46.778" v="12" actId="14100"/>
          <ac:spMkLst>
            <pc:docMk/>
            <pc:sldMk cId="3240665672" sldId="256"/>
            <ac:spMk id="8" creationId="{E639841A-1FFE-8D99-4B94-EABEF2D110D1}"/>
          </ac:spMkLst>
        </pc:spChg>
        <pc:spChg chg="add mod">
          <ac:chgData name="Marcus Vibar" userId="9c4967f4d3c7369c" providerId="LiveId" clId="{DC0AEFF7-91C1-45CF-988C-567B4BD2A6A5}" dt="2026-02-25T13:02:05.043" v="53" actId="1038"/>
          <ac:spMkLst>
            <pc:docMk/>
            <pc:sldMk cId="3240665672" sldId="256"/>
            <ac:spMk id="9" creationId="{6AACAC74-57B1-CD9F-7A1D-0F745A7DCA46}"/>
          </ac:spMkLst>
        </pc:spChg>
      </pc:sldChg>
      <pc:sldChg chg="addSp delSp modSp mod">
        <pc:chgData name="Marcus Vibar" userId="9c4967f4d3c7369c" providerId="LiveId" clId="{DC0AEFF7-91C1-45CF-988C-567B4BD2A6A5}" dt="2026-02-25T13:11:00.117" v="93" actId="2085"/>
        <pc:sldMkLst>
          <pc:docMk/>
          <pc:sldMk cId="661051888" sldId="258"/>
        </pc:sldMkLst>
        <pc:spChg chg="add del">
          <ac:chgData name="Marcus Vibar" userId="9c4967f4d3c7369c" providerId="LiveId" clId="{DC0AEFF7-91C1-45CF-988C-567B4BD2A6A5}" dt="2026-02-25T13:03:57.061" v="55" actId="478"/>
          <ac:spMkLst>
            <pc:docMk/>
            <pc:sldMk cId="661051888" sldId="258"/>
            <ac:spMk id="2" creationId="{6F4CB911-466B-D7FC-0CA9-07D4C3FBF683}"/>
          </ac:spMkLst>
        </pc:spChg>
        <pc:spChg chg="mod">
          <ac:chgData name="Marcus Vibar" userId="9c4967f4d3c7369c" providerId="LiveId" clId="{DC0AEFF7-91C1-45CF-988C-567B4BD2A6A5}" dt="2026-02-25T13:10:53.818" v="91" actId="2085"/>
          <ac:spMkLst>
            <pc:docMk/>
            <pc:sldMk cId="661051888" sldId="258"/>
            <ac:spMk id="8" creationId="{7A4DFB8D-FEC1-538F-284E-8B92C513645A}"/>
          </ac:spMkLst>
        </pc:spChg>
        <pc:spChg chg="mod">
          <ac:chgData name="Marcus Vibar" userId="9c4967f4d3c7369c" providerId="LiveId" clId="{DC0AEFF7-91C1-45CF-988C-567B4BD2A6A5}" dt="2026-02-25T13:10:58.453" v="92" actId="2085"/>
          <ac:spMkLst>
            <pc:docMk/>
            <pc:sldMk cId="661051888" sldId="258"/>
            <ac:spMk id="9" creationId="{15F5C0C3-1BB8-AF59-036A-E2ACD2C405DE}"/>
          </ac:spMkLst>
        </pc:spChg>
        <pc:spChg chg="mod">
          <ac:chgData name="Marcus Vibar" userId="9c4967f4d3c7369c" providerId="LiveId" clId="{DC0AEFF7-91C1-45CF-988C-567B4BD2A6A5}" dt="2026-02-25T13:11:00.117" v="93" actId="2085"/>
          <ac:spMkLst>
            <pc:docMk/>
            <pc:sldMk cId="661051888" sldId="258"/>
            <ac:spMk id="10" creationId="{546AFEA3-A99B-AA04-F30E-0948B0E527F3}"/>
          </ac:spMkLst>
        </pc:spChg>
        <pc:spChg chg="mod">
          <ac:chgData name="Marcus Vibar" userId="9c4967f4d3c7369c" providerId="LiveId" clId="{DC0AEFF7-91C1-45CF-988C-567B4BD2A6A5}" dt="2026-02-25T13:06:42.622" v="85"/>
          <ac:spMkLst>
            <pc:docMk/>
            <pc:sldMk cId="661051888" sldId="258"/>
            <ac:spMk id="13" creationId="{49194BB8-8BD6-242C-07E2-0DB9AB04A7AF}"/>
          </ac:spMkLst>
        </pc:spChg>
        <pc:spChg chg="mod">
          <ac:chgData name="Marcus Vibar" userId="9c4967f4d3c7369c" providerId="LiveId" clId="{DC0AEFF7-91C1-45CF-988C-567B4BD2A6A5}" dt="2026-02-25T13:06:35.060" v="82"/>
          <ac:spMkLst>
            <pc:docMk/>
            <pc:sldMk cId="661051888" sldId="258"/>
            <ac:spMk id="14" creationId="{741227F8-EFD9-9752-A089-1D44335F4E5F}"/>
          </ac:spMkLst>
        </pc:spChg>
        <pc:spChg chg="mod">
          <ac:chgData name="Marcus Vibar" userId="9c4967f4d3c7369c" providerId="LiveId" clId="{DC0AEFF7-91C1-45CF-988C-567B4BD2A6A5}" dt="2026-02-25T13:06:38.326" v="83"/>
          <ac:spMkLst>
            <pc:docMk/>
            <pc:sldMk cId="661051888" sldId="258"/>
            <ac:spMk id="15" creationId="{85908B71-E429-AC2D-0FB7-DB62074D4E99}"/>
          </ac:spMkLst>
        </pc:spChg>
        <pc:spChg chg="add del">
          <ac:chgData name="Marcus Vibar" userId="9c4967f4d3c7369c" providerId="LiveId" clId="{DC0AEFF7-91C1-45CF-988C-567B4BD2A6A5}" dt="2026-02-25T13:05:08.749" v="64" actId="478"/>
          <ac:spMkLst>
            <pc:docMk/>
            <pc:sldMk cId="661051888" sldId="258"/>
            <ac:spMk id="16" creationId="{33B78C85-6BFB-4B21-1B4C-4164E0D65252}"/>
          </ac:spMkLst>
        </pc:spChg>
        <pc:picChg chg="add del mod">
          <ac:chgData name="Marcus Vibar" userId="9c4967f4d3c7369c" providerId="LiveId" clId="{DC0AEFF7-91C1-45CF-988C-567B4BD2A6A5}" dt="2026-02-25T13:05:05.702" v="62" actId="931"/>
          <ac:picMkLst>
            <pc:docMk/>
            <pc:sldMk cId="661051888" sldId="258"/>
            <ac:picMk id="6" creationId="{E281A119-1FAE-B116-D8E2-8F75D44B9711}"/>
          </ac:picMkLst>
        </pc:picChg>
        <pc:picChg chg="add mod ord">
          <ac:chgData name="Marcus Vibar" userId="9c4967f4d3c7369c" providerId="LiveId" clId="{DC0AEFF7-91C1-45CF-988C-567B4BD2A6A5}" dt="2026-02-25T13:05:26.671" v="70" actId="1076"/>
          <ac:picMkLst>
            <pc:docMk/>
            <pc:sldMk cId="661051888" sldId="258"/>
            <ac:picMk id="18" creationId="{C90040F7-D40D-8586-437D-D7D1797B2E20}"/>
          </ac:picMkLst>
        </pc:picChg>
        <pc:picChg chg="add del mod">
          <ac:chgData name="Marcus Vibar" userId="9c4967f4d3c7369c" providerId="LiveId" clId="{DC0AEFF7-91C1-45CF-988C-567B4BD2A6A5}" dt="2026-02-25T13:08:36.233" v="88" actId="478"/>
          <ac:picMkLst>
            <pc:docMk/>
            <pc:sldMk cId="661051888" sldId="258"/>
            <ac:picMk id="20" creationId="{FCF6EA84-FA74-8199-DBE3-F6454578CD3F}"/>
          </ac:picMkLst>
        </pc:picChg>
        <pc:picChg chg="add mod">
          <ac:chgData name="Marcus Vibar" userId="9c4967f4d3c7369c" providerId="LiveId" clId="{DC0AEFF7-91C1-45CF-988C-567B4BD2A6A5}" dt="2026-02-25T13:08:38.444" v="90"/>
          <ac:picMkLst>
            <pc:docMk/>
            <pc:sldMk cId="661051888" sldId="258"/>
            <ac:picMk id="22" creationId="{5091EF0B-C753-30F9-EE2E-63D963F8239C}"/>
          </ac:picMkLst>
        </pc:picChg>
      </pc:sldChg>
      <pc:sldChg chg="addSp modSp mod">
        <pc:chgData name="Marcus Vibar" userId="9c4967f4d3c7369c" providerId="LiveId" clId="{DC0AEFF7-91C1-45CF-988C-567B4BD2A6A5}" dt="2026-02-25T13:32:38.444" v="218" actId="207"/>
        <pc:sldMkLst>
          <pc:docMk/>
          <pc:sldMk cId="2600895080" sldId="259"/>
        </pc:sldMkLst>
        <pc:spChg chg="add mod ord">
          <ac:chgData name="Marcus Vibar" userId="9c4967f4d3c7369c" providerId="LiveId" clId="{DC0AEFF7-91C1-45CF-988C-567B4BD2A6A5}" dt="2026-02-25T13:28:56.534" v="163" actId="171"/>
          <ac:spMkLst>
            <pc:docMk/>
            <pc:sldMk cId="2600895080" sldId="259"/>
            <ac:spMk id="4" creationId="{36569CF4-40E0-F1B2-2248-2339883BFBE0}"/>
          </ac:spMkLst>
        </pc:spChg>
        <pc:spChg chg="mod">
          <ac:chgData name="Marcus Vibar" userId="9c4967f4d3c7369c" providerId="LiveId" clId="{DC0AEFF7-91C1-45CF-988C-567B4BD2A6A5}" dt="2026-02-25T13:32:38.444" v="218" actId="207"/>
          <ac:spMkLst>
            <pc:docMk/>
            <pc:sldMk cId="2600895080" sldId="259"/>
            <ac:spMk id="7" creationId="{ED9608F3-B828-1945-151A-0E4B04F75294}"/>
          </ac:spMkLst>
        </pc:spChg>
      </pc:sldChg>
      <pc:sldChg chg="modSp mod setBg">
        <pc:chgData name="Marcus Vibar" userId="9c4967f4d3c7369c" providerId="LiveId" clId="{DC0AEFF7-91C1-45CF-988C-567B4BD2A6A5}" dt="2026-02-25T12:58:13.315" v="39"/>
        <pc:sldMkLst>
          <pc:docMk/>
          <pc:sldMk cId="946212268" sldId="260"/>
        </pc:sldMkLst>
        <pc:spChg chg="mod">
          <ac:chgData name="Marcus Vibar" userId="9c4967f4d3c7369c" providerId="LiveId" clId="{DC0AEFF7-91C1-45CF-988C-567B4BD2A6A5}" dt="2026-02-25T12:56:50.979" v="13" actId="14100"/>
          <ac:spMkLst>
            <pc:docMk/>
            <pc:sldMk cId="946212268" sldId="260"/>
            <ac:spMk id="8" creationId="{E56CE4ED-86B9-A017-850D-6D587128EA5F}"/>
          </ac:spMkLst>
        </pc:spChg>
      </pc:sldChg>
      <pc:sldChg chg="addSp delSp modSp del mod">
        <pc:chgData name="Marcus Vibar" userId="9c4967f4d3c7369c" providerId="LiveId" clId="{DC0AEFF7-91C1-45CF-988C-567B4BD2A6A5}" dt="2026-02-25T13:20:34.470" v="143" actId="2696"/>
        <pc:sldMkLst>
          <pc:docMk/>
          <pc:sldMk cId="1354466040" sldId="262"/>
        </pc:sldMkLst>
        <pc:spChg chg="add del mod">
          <ac:chgData name="Marcus Vibar" userId="9c4967f4d3c7369c" providerId="LiveId" clId="{DC0AEFF7-91C1-45CF-988C-567B4BD2A6A5}" dt="2026-02-25T13:19:26.121" v="113" actId="21"/>
          <ac:spMkLst>
            <pc:docMk/>
            <pc:sldMk cId="1354466040" sldId="262"/>
            <ac:spMk id="4" creationId="{870EFB7F-3AF3-C317-0C94-D47040A3CE27}"/>
          </ac:spMkLst>
        </pc:spChg>
        <pc:spChg chg="add del mod">
          <ac:chgData name="Marcus Vibar" userId="9c4967f4d3c7369c" providerId="LiveId" clId="{DC0AEFF7-91C1-45CF-988C-567B4BD2A6A5}" dt="2026-02-25T13:19:46.562" v="118" actId="21"/>
          <ac:spMkLst>
            <pc:docMk/>
            <pc:sldMk cId="1354466040" sldId="262"/>
            <ac:spMk id="6" creationId="{870EFB7F-3AF3-C317-0C94-D47040A3CE27}"/>
          </ac:spMkLst>
        </pc:spChg>
        <pc:spChg chg="mod">
          <ac:chgData name="Marcus Vibar" userId="9c4967f4d3c7369c" providerId="LiveId" clId="{DC0AEFF7-91C1-45CF-988C-567B4BD2A6A5}" dt="2026-02-25T13:19:48.768" v="119" actId="207"/>
          <ac:spMkLst>
            <pc:docMk/>
            <pc:sldMk cId="1354466040" sldId="262"/>
            <ac:spMk id="7" creationId="{77118125-35E5-E39F-159A-DB49C3BAA24A}"/>
          </ac:spMkLst>
        </pc:spChg>
        <pc:spChg chg="add mod">
          <ac:chgData name="Marcus Vibar" userId="9c4967f4d3c7369c" providerId="LiveId" clId="{DC0AEFF7-91C1-45CF-988C-567B4BD2A6A5}" dt="2026-02-25T13:19:49.394" v="120"/>
          <ac:spMkLst>
            <pc:docMk/>
            <pc:sldMk cId="1354466040" sldId="262"/>
            <ac:spMk id="8" creationId="{870EFB7F-3AF3-C317-0C94-D47040A3CE27}"/>
          </ac:spMkLst>
        </pc:spChg>
        <pc:spChg chg="mod">
          <ac:chgData name="Marcus Vibar" userId="9c4967f4d3c7369c" providerId="LiveId" clId="{DC0AEFF7-91C1-45CF-988C-567B4BD2A6A5}" dt="2026-02-25T13:19:48.768" v="119" actId="207"/>
          <ac:spMkLst>
            <pc:docMk/>
            <pc:sldMk cId="1354466040" sldId="262"/>
            <ac:spMk id="9" creationId="{32963716-603E-32FA-72FC-3B150D4114E7}"/>
          </ac:spMkLst>
        </pc:spChg>
        <pc:spChg chg="mod">
          <ac:chgData name="Marcus Vibar" userId="9c4967f4d3c7369c" providerId="LiveId" clId="{DC0AEFF7-91C1-45CF-988C-567B4BD2A6A5}" dt="2026-02-25T13:19:48.768" v="119" actId="207"/>
          <ac:spMkLst>
            <pc:docMk/>
            <pc:sldMk cId="1354466040" sldId="262"/>
            <ac:spMk id="27" creationId="{854CB73B-46CE-56CE-8B3D-831B148CEA36}"/>
          </ac:spMkLst>
        </pc:spChg>
        <pc:spChg chg="mod">
          <ac:chgData name="Marcus Vibar" userId="9c4967f4d3c7369c" providerId="LiveId" clId="{DC0AEFF7-91C1-45CF-988C-567B4BD2A6A5}" dt="2026-02-25T13:19:48.768" v="119" actId="207"/>
          <ac:spMkLst>
            <pc:docMk/>
            <pc:sldMk cId="1354466040" sldId="262"/>
            <ac:spMk id="28" creationId="{9CB2C5B6-45D9-A643-DB73-F3E66EE071C2}"/>
          </ac:spMkLst>
        </pc:spChg>
        <pc:spChg chg="mod">
          <ac:chgData name="Marcus Vibar" userId="9c4967f4d3c7369c" providerId="LiveId" clId="{DC0AEFF7-91C1-45CF-988C-567B4BD2A6A5}" dt="2026-02-25T13:19:48.768" v="119" actId="207"/>
          <ac:spMkLst>
            <pc:docMk/>
            <pc:sldMk cId="1354466040" sldId="262"/>
            <ac:spMk id="29" creationId="{D0453661-3E67-9614-ED74-74473AFBB88E}"/>
          </ac:spMkLst>
        </pc:spChg>
        <pc:spChg chg="mod">
          <ac:chgData name="Marcus Vibar" userId="9c4967f4d3c7369c" providerId="LiveId" clId="{DC0AEFF7-91C1-45CF-988C-567B4BD2A6A5}" dt="2026-02-25T13:19:48.768" v="119" actId="207"/>
          <ac:spMkLst>
            <pc:docMk/>
            <pc:sldMk cId="1354466040" sldId="262"/>
            <ac:spMk id="30" creationId="{2C96AF68-7D34-E4D7-C9BB-0D91B926CDF7}"/>
          </ac:spMkLst>
        </pc:spChg>
        <pc:spChg chg="mod">
          <ac:chgData name="Marcus Vibar" userId="9c4967f4d3c7369c" providerId="LiveId" clId="{DC0AEFF7-91C1-45CF-988C-567B4BD2A6A5}" dt="2026-02-25T13:19:48.768" v="119" actId="207"/>
          <ac:spMkLst>
            <pc:docMk/>
            <pc:sldMk cId="1354466040" sldId="262"/>
            <ac:spMk id="31" creationId="{63B5CEF4-AEB9-5B64-1544-069EC932CDCB}"/>
          </ac:spMkLst>
        </pc:spChg>
        <pc:spChg chg="mod">
          <ac:chgData name="Marcus Vibar" userId="9c4967f4d3c7369c" providerId="LiveId" clId="{DC0AEFF7-91C1-45CF-988C-567B4BD2A6A5}" dt="2026-02-25T13:19:48.768" v="119" actId="207"/>
          <ac:spMkLst>
            <pc:docMk/>
            <pc:sldMk cId="1354466040" sldId="262"/>
            <ac:spMk id="32" creationId="{B12F8609-AC45-BC69-444C-ADB1162E9BAD}"/>
          </ac:spMkLst>
        </pc:spChg>
        <pc:spChg chg="mod">
          <ac:chgData name="Marcus Vibar" userId="9c4967f4d3c7369c" providerId="LiveId" clId="{DC0AEFF7-91C1-45CF-988C-567B4BD2A6A5}" dt="2026-02-25T13:19:48.768" v="119" actId="207"/>
          <ac:spMkLst>
            <pc:docMk/>
            <pc:sldMk cId="1354466040" sldId="262"/>
            <ac:spMk id="35" creationId="{A61F7E6C-7308-16BB-17DC-B6E181671A35}"/>
          </ac:spMkLst>
        </pc:spChg>
        <pc:spChg chg="mod">
          <ac:chgData name="Marcus Vibar" userId="9c4967f4d3c7369c" providerId="LiveId" clId="{DC0AEFF7-91C1-45CF-988C-567B4BD2A6A5}" dt="2026-02-25T13:19:48.768" v="119" actId="207"/>
          <ac:spMkLst>
            <pc:docMk/>
            <pc:sldMk cId="1354466040" sldId="262"/>
            <ac:spMk id="37" creationId="{C46F77F6-1F72-C7D2-4E5D-F5503A769432}"/>
          </ac:spMkLst>
        </pc:spChg>
      </pc:sldChg>
      <pc:sldChg chg="addSp delSp modSp mod">
        <pc:chgData name="Marcus Vibar" userId="9c4967f4d3c7369c" providerId="LiveId" clId="{DC0AEFF7-91C1-45CF-988C-567B4BD2A6A5}" dt="2026-02-25T13:32:28.522" v="216" actId="171"/>
        <pc:sldMkLst>
          <pc:docMk/>
          <pc:sldMk cId="3190384325" sldId="263"/>
        </pc:sldMkLst>
        <pc:spChg chg="add del mod ord">
          <ac:chgData name="Marcus Vibar" userId="9c4967f4d3c7369c" providerId="LiveId" clId="{DC0AEFF7-91C1-45CF-988C-567B4BD2A6A5}" dt="2026-02-25T13:32:21.271" v="196" actId="21"/>
          <ac:spMkLst>
            <pc:docMk/>
            <pc:sldMk cId="3190384325" sldId="263"/>
            <ac:spMk id="4" creationId="{7EBCBFEC-1164-ACD8-CF3F-E2562BA80565}"/>
          </ac:spMkLst>
        </pc:spChg>
        <pc:spChg chg="del">
          <ac:chgData name="Marcus Vibar" userId="9c4967f4d3c7369c" providerId="LiveId" clId="{DC0AEFF7-91C1-45CF-988C-567B4BD2A6A5}" dt="2026-02-25T13:32:21.998" v="197" actId="478"/>
          <ac:spMkLst>
            <pc:docMk/>
            <pc:sldMk cId="3190384325" sldId="263"/>
            <ac:spMk id="8" creationId="{CFB7B1DC-8884-CF48-8CAA-ABF940D711F8}"/>
          </ac:spMkLst>
        </pc:spChg>
        <pc:spChg chg="mod ord">
          <ac:chgData name="Marcus Vibar" userId="9c4967f4d3c7369c" providerId="LiveId" clId="{DC0AEFF7-91C1-45CF-988C-567B4BD2A6A5}" dt="2026-02-25T13:29:36.230" v="178" actId="1076"/>
          <ac:spMkLst>
            <pc:docMk/>
            <pc:sldMk cId="3190384325" sldId="263"/>
            <ac:spMk id="10" creationId="{90EE6AF4-ED60-A862-A6A6-1BF8831BE33A}"/>
          </ac:spMkLst>
        </pc:spChg>
        <pc:spChg chg="mod">
          <ac:chgData name="Marcus Vibar" userId="9c4967f4d3c7369c" providerId="LiveId" clId="{DC0AEFF7-91C1-45CF-988C-567B4BD2A6A5}" dt="2026-02-25T13:30:15.347" v="192" actId="207"/>
          <ac:spMkLst>
            <pc:docMk/>
            <pc:sldMk cId="3190384325" sldId="263"/>
            <ac:spMk id="15" creationId="{4F79ECE7-14C1-B7A7-B0B8-9DDD11CA1D1F}"/>
          </ac:spMkLst>
        </pc:spChg>
        <pc:spChg chg="mod">
          <ac:chgData name="Marcus Vibar" userId="9c4967f4d3c7369c" providerId="LiveId" clId="{DC0AEFF7-91C1-45CF-988C-567B4BD2A6A5}" dt="2026-02-25T13:30:15.347" v="192" actId="207"/>
          <ac:spMkLst>
            <pc:docMk/>
            <pc:sldMk cId="3190384325" sldId="263"/>
            <ac:spMk id="16" creationId="{4F253C03-8E81-A167-4AE7-5B6CB117294E}"/>
          </ac:spMkLst>
        </pc:spChg>
        <pc:spChg chg="add mod ord">
          <ac:chgData name="Marcus Vibar" userId="9c4967f4d3c7369c" providerId="LiveId" clId="{DC0AEFF7-91C1-45CF-988C-567B4BD2A6A5}" dt="2026-02-25T13:32:28.522" v="216" actId="171"/>
          <ac:spMkLst>
            <pc:docMk/>
            <pc:sldMk cId="3190384325" sldId="263"/>
            <ac:spMk id="21" creationId="{7EBCBFEC-1164-ACD8-CF3F-E2562BA80565}"/>
          </ac:spMkLst>
        </pc:spChg>
        <pc:spChg chg="mod">
          <ac:chgData name="Marcus Vibar" userId="9c4967f4d3c7369c" providerId="LiveId" clId="{DC0AEFF7-91C1-45CF-988C-567B4BD2A6A5}" dt="2026-02-25T13:30:15.347" v="192" actId="207"/>
          <ac:spMkLst>
            <pc:docMk/>
            <pc:sldMk cId="3190384325" sldId="263"/>
            <ac:spMk id="25" creationId="{CDF08E89-C5B9-985D-CC46-BE0401A6E073}"/>
          </ac:spMkLst>
        </pc:spChg>
        <pc:cxnChg chg="del">
          <ac:chgData name="Marcus Vibar" userId="9c4967f4d3c7369c" providerId="LiveId" clId="{DC0AEFF7-91C1-45CF-988C-567B4BD2A6A5}" dt="2026-02-25T13:30:09.542" v="191" actId="478"/>
          <ac:cxnSpMkLst>
            <pc:docMk/>
            <pc:sldMk cId="3190384325" sldId="263"/>
            <ac:cxnSpMk id="23" creationId="{69468C3C-7B32-866B-8C52-E7F345FA6824}"/>
          </ac:cxnSpMkLst>
        </pc:cxnChg>
      </pc:sldChg>
      <pc:sldChg chg="addSp modSp mod ord">
        <pc:chgData name="Marcus Vibar" userId="9c4967f4d3c7369c" providerId="LiveId" clId="{DC0AEFF7-91C1-45CF-988C-567B4BD2A6A5}" dt="2026-02-25T13:32:42.362" v="219" actId="207"/>
        <pc:sldMkLst>
          <pc:docMk/>
          <pc:sldMk cId="654655605" sldId="264"/>
        </pc:sldMkLst>
        <pc:spChg chg="add mod ord">
          <ac:chgData name="Marcus Vibar" userId="9c4967f4d3c7369c" providerId="LiveId" clId="{DC0AEFF7-91C1-45CF-988C-567B4BD2A6A5}" dt="2026-02-25T13:28:50.278" v="162" actId="171"/>
          <ac:spMkLst>
            <pc:docMk/>
            <pc:sldMk cId="654655605" sldId="264"/>
            <ac:spMk id="4" creationId="{123CCD09-821E-8ACF-6EAF-30E8DC35012C}"/>
          </ac:spMkLst>
        </pc:spChg>
        <pc:spChg chg="mod">
          <ac:chgData name="Marcus Vibar" userId="9c4967f4d3c7369c" providerId="LiveId" clId="{DC0AEFF7-91C1-45CF-988C-567B4BD2A6A5}" dt="2026-02-25T13:32:42.362" v="219" actId="207"/>
          <ac:spMkLst>
            <pc:docMk/>
            <pc:sldMk cId="654655605" sldId="264"/>
            <ac:spMk id="5" creationId="{FBD8FB10-F04D-CE28-ED10-7FACC51ED80F}"/>
          </ac:spMkLst>
        </pc:spChg>
      </pc:sldChg>
      <pc:sldChg chg="addSp delSp modSp mod">
        <pc:chgData name="Marcus Vibar" userId="9c4967f4d3c7369c" providerId="LiveId" clId="{DC0AEFF7-91C1-45CF-988C-567B4BD2A6A5}" dt="2026-02-25T13:32:49.606" v="222" actId="21"/>
        <pc:sldMkLst>
          <pc:docMk/>
          <pc:sldMk cId="2912237147" sldId="265"/>
        </pc:sldMkLst>
        <pc:spChg chg="add del mod ord">
          <ac:chgData name="Marcus Vibar" userId="9c4967f4d3c7369c" providerId="LiveId" clId="{DC0AEFF7-91C1-45CF-988C-567B4BD2A6A5}" dt="2026-02-25T13:32:49.606" v="222" actId="21"/>
          <ac:spMkLst>
            <pc:docMk/>
            <pc:sldMk cId="2912237147" sldId="265"/>
            <ac:spMk id="4" creationId="{BCADF376-C5BF-4C0E-1F50-3E365EC4870E}"/>
          </ac:spMkLst>
        </pc:spChg>
        <pc:spChg chg="add mod">
          <ac:chgData name="Marcus Vibar" userId="9c4967f4d3c7369c" providerId="LiveId" clId="{DC0AEFF7-91C1-45CF-988C-567B4BD2A6A5}" dt="2026-02-25T13:32:48.532" v="221"/>
          <ac:spMkLst>
            <pc:docMk/>
            <pc:sldMk cId="2912237147" sldId="265"/>
            <ac:spMk id="6" creationId="{BCADF376-C5BF-4C0E-1F50-3E365EC4870E}"/>
          </ac:spMkLst>
        </pc:spChg>
        <pc:spChg chg="mod">
          <ac:chgData name="Marcus Vibar" userId="9c4967f4d3c7369c" providerId="LiveId" clId="{DC0AEFF7-91C1-45CF-988C-567B4BD2A6A5}" dt="2026-02-25T13:30:22.127" v="194" actId="1076"/>
          <ac:spMkLst>
            <pc:docMk/>
            <pc:sldMk cId="2912237147" sldId="265"/>
            <ac:spMk id="19" creationId="{C9124D36-6BB7-02F1-6503-DE02642D7DCB}"/>
          </ac:spMkLst>
        </pc:spChg>
        <pc:spChg chg="mod">
          <ac:chgData name="Marcus Vibar" userId="9c4967f4d3c7369c" providerId="LiveId" clId="{DC0AEFF7-91C1-45CF-988C-567B4BD2A6A5}" dt="2026-02-25T13:30:22.127" v="194" actId="1076"/>
          <ac:spMkLst>
            <pc:docMk/>
            <pc:sldMk cId="2912237147" sldId="265"/>
            <ac:spMk id="21" creationId="{3C18484E-37B2-C6B2-281E-76F349554C62}"/>
          </ac:spMkLst>
        </pc:spChg>
        <pc:spChg chg="mod">
          <ac:chgData name="Marcus Vibar" userId="9c4967f4d3c7369c" providerId="LiveId" clId="{DC0AEFF7-91C1-45CF-988C-567B4BD2A6A5}" dt="2026-02-25T13:30:22.127" v="194" actId="1076"/>
          <ac:spMkLst>
            <pc:docMk/>
            <pc:sldMk cId="2912237147" sldId="265"/>
            <ac:spMk id="22" creationId="{5E1629BC-A608-2230-90AF-3FEBCF9CB4FD}"/>
          </ac:spMkLst>
        </pc:spChg>
        <pc:spChg chg="mod">
          <ac:chgData name="Marcus Vibar" userId="9c4967f4d3c7369c" providerId="LiveId" clId="{DC0AEFF7-91C1-45CF-988C-567B4BD2A6A5}" dt="2026-02-25T13:30:22.127" v="194" actId="1076"/>
          <ac:spMkLst>
            <pc:docMk/>
            <pc:sldMk cId="2912237147" sldId="265"/>
            <ac:spMk id="36" creationId="{212A87DF-E0F9-F52A-CC24-79B663ACECC6}"/>
          </ac:spMkLst>
        </pc:spChg>
      </pc:sldChg>
      <pc:sldChg chg="addSp delSp modSp mod">
        <pc:chgData name="Marcus Vibar" userId="9c4967f4d3c7369c" providerId="LiveId" clId="{DC0AEFF7-91C1-45CF-988C-567B4BD2A6A5}" dt="2026-02-25T13:36:48.483" v="234" actId="478"/>
        <pc:sldMkLst>
          <pc:docMk/>
          <pc:sldMk cId="893779281" sldId="266"/>
        </pc:sldMkLst>
        <pc:spChg chg="add mod ord">
          <ac:chgData name="Marcus Vibar" userId="9c4967f4d3c7369c" providerId="LiveId" clId="{DC0AEFF7-91C1-45CF-988C-567B4BD2A6A5}" dt="2026-02-25T13:29:52.747" v="190" actId="171"/>
          <ac:spMkLst>
            <pc:docMk/>
            <pc:sldMk cId="893779281" sldId="266"/>
            <ac:spMk id="4" creationId="{013D64DC-1BA6-3B8B-9C0D-EC79DC71ECB2}"/>
          </ac:spMkLst>
        </pc:spChg>
        <pc:spChg chg="add del">
          <ac:chgData name="Marcus Vibar" userId="9c4967f4d3c7369c" providerId="LiveId" clId="{DC0AEFF7-91C1-45CF-988C-567B4BD2A6A5}" dt="2026-02-25T13:36:47.820" v="232" actId="478"/>
          <ac:spMkLst>
            <pc:docMk/>
            <pc:sldMk cId="893779281" sldId="266"/>
            <ac:spMk id="6" creationId="{2FD883CF-B62C-5D6D-7F2E-87E22A8392C5}"/>
          </ac:spMkLst>
        </pc:spChg>
        <pc:spChg chg="add del">
          <ac:chgData name="Marcus Vibar" userId="9c4967f4d3c7369c" providerId="LiveId" clId="{DC0AEFF7-91C1-45CF-988C-567B4BD2A6A5}" dt="2026-02-25T13:36:47.505" v="231" actId="478"/>
          <ac:spMkLst>
            <pc:docMk/>
            <pc:sldMk cId="893779281" sldId="266"/>
            <ac:spMk id="8" creationId="{76A6E633-3125-F803-B402-F60A463F55F1}"/>
          </ac:spMkLst>
        </pc:spChg>
        <pc:spChg chg="add del mod">
          <ac:chgData name="Marcus Vibar" userId="9c4967f4d3c7369c" providerId="LiveId" clId="{DC0AEFF7-91C1-45CF-988C-567B4BD2A6A5}" dt="2026-02-25T13:36:48.483" v="234" actId="478"/>
          <ac:spMkLst>
            <pc:docMk/>
            <pc:sldMk cId="893779281" sldId="266"/>
            <ac:spMk id="13" creationId="{216DD93B-6100-0A76-9CF2-40A5BB496C00}"/>
          </ac:spMkLst>
        </pc:spChg>
        <pc:spChg chg="add del mod">
          <ac:chgData name="Marcus Vibar" userId="9c4967f4d3c7369c" providerId="LiveId" clId="{DC0AEFF7-91C1-45CF-988C-567B4BD2A6A5}" dt="2026-02-25T13:36:48.173" v="233" actId="478"/>
          <ac:spMkLst>
            <pc:docMk/>
            <pc:sldMk cId="893779281" sldId="266"/>
            <ac:spMk id="15" creationId="{63A3B691-E96E-690B-7678-D064E60D3F21}"/>
          </ac:spMkLst>
        </pc:spChg>
      </pc:sldChg>
      <pc:sldChg chg="del">
        <pc:chgData name="Marcus Vibar" userId="9c4967f4d3c7369c" providerId="LiveId" clId="{DC0AEFF7-91C1-45CF-988C-567B4BD2A6A5}" dt="2026-02-25T13:30:49.652" v="195" actId="2696"/>
        <pc:sldMkLst>
          <pc:docMk/>
          <pc:sldMk cId="408901053" sldId="267"/>
        </pc:sldMkLst>
      </pc:sldChg>
      <pc:sldChg chg="addSp delSp modSp del mod">
        <pc:chgData name="Marcus Vibar" userId="9c4967f4d3c7369c" providerId="LiveId" clId="{DC0AEFF7-91C1-45CF-988C-567B4BD2A6A5}" dt="2026-02-25T13:19:12.900" v="109" actId="2696"/>
        <pc:sldMkLst>
          <pc:docMk/>
          <pc:sldMk cId="310944521" sldId="268"/>
        </pc:sldMkLst>
        <pc:spChg chg="del">
          <ac:chgData name="Marcus Vibar" userId="9c4967f4d3c7369c" providerId="LiveId" clId="{DC0AEFF7-91C1-45CF-988C-567B4BD2A6A5}" dt="2026-02-25T13:18:31.970" v="98" actId="21"/>
          <ac:spMkLst>
            <pc:docMk/>
            <pc:sldMk cId="310944521" sldId="268"/>
            <ac:spMk id="2" creationId="{42CE9693-D40E-413A-C036-C5176C61424E}"/>
          </ac:spMkLst>
        </pc:spChg>
        <pc:spChg chg="del">
          <ac:chgData name="Marcus Vibar" userId="9c4967f4d3c7369c" providerId="LiveId" clId="{DC0AEFF7-91C1-45CF-988C-567B4BD2A6A5}" dt="2026-02-25T13:18:31.970" v="98" actId="21"/>
          <ac:spMkLst>
            <pc:docMk/>
            <pc:sldMk cId="310944521" sldId="268"/>
            <ac:spMk id="3" creationId="{6F02E4EE-1549-B6ED-0ED4-63612E5BA2BA}"/>
          </ac:spMkLst>
        </pc:spChg>
        <pc:spChg chg="del">
          <ac:chgData name="Marcus Vibar" userId="9c4967f4d3c7369c" providerId="LiveId" clId="{DC0AEFF7-91C1-45CF-988C-567B4BD2A6A5}" dt="2026-02-25T13:18:31.970" v="98" actId="21"/>
          <ac:spMkLst>
            <pc:docMk/>
            <pc:sldMk cId="310944521" sldId="268"/>
            <ac:spMk id="4" creationId="{C5189B05-1C5E-2A68-30F7-B7E372D2A748}"/>
          </ac:spMkLst>
        </pc:spChg>
        <pc:spChg chg="del">
          <ac:chgData name="Marcus Vibar" userId="9c4967f4d3c7369c" providerId="LiveId" clId="{DC0AEFF7-91C1-45CF-988C-567B4BD2A6A5}" dt="2026-02-25T13:18:31.970" v="98" actId="21"/>
          <ac:spMkLst>
            <pc:docMk/>
            <pc:sldMk cId="310944521" sldId="268"/>
            <ac:spMk id="5" creationId="{A5F1B0E8-DDCE-54C0-52A9-CC534F0787E3}"/>
          </ac:spMkLst>
        </pc:spChg>
        <pc:spChg chg="del">
          <ac:chgData name="Marcus Vibar" userId="9c4967f4d3c7369c" providerId="LiveId" clId="{DC0AEFF7-91C1-45CF-988C-567B4BD2A6A5}" dt="2026-02-25T13:18:31.970" v="98" actId="21"/>
          <ac:spMkLst>
            <pc:docMk/>
            <pc:sldMk cId="310944521" sldId="268"/>
            <ac:spMk id="6" creationId="{19AF0078-3BD6-5324-E733-879A97BFF688}"/>
          </ac:spMkLst>
        </pc:spChg>
        <pc:spChg chg="del mod">
          <ac:chgData name="Marcus Vibar" userId="9c4967f4d3c7369c" providerId="LiveId" clId="{DC0AEFF7-91C1-45CF-988C-567B4BD2A6A5}" dt="2026-02-25T13:18:31.970" v="98" actId="21"/>
          <ac:spMkLst>
            <pc:docMk/>
            <pc:sldMk cId="310944521" sldId="268"/>
            <ac:spMk id="8" creationId="{8B9E0D3D-EE52-F93B-9604-19F95EE99F1C}"/>
          </ac:spMkLst>
        </pc:spChg>
        <pc:spChg chg="del">
          <ac:chgData name="Marcus Vibar" userId="9c4967f4d3c7369c" providerId="LiveId" clId="{DC0AEFF7-91C1-45CF-988C-567B4BD2A6A5}" dt="2026-02-25T13:18:31.970" v="98" actId="21"/>
          <ac:spMkLst>
            <pc:docMk/>
            <pc:sldMk cId="310944521" sldId="268"/>
            <ac:spMk id="9" creationId="{E684F9F7-D063-4597-08DB-868BD4AC7D2B}"/>
          </ac:spMkLst>
        </pc:spChg>
        <pc:spChg chg="add mod">
          <ac:chgData name="Marcus Vibar" userId="9c4967f4d3c7369c" providerId="LiveId" clId="{DC0AEFF7-91C1-45CF-988C-567B4BD2A6A5}" dt="2026-02-25T13:18:31.970" v="98" actId="21"/>
          <ac:spMkLst>
            <pc:docMk/>
            <pc:sldMk cId="310944521" sldId="268"/>
            <ac:spMk id="10" creationId="{65F77D0B-889C-20FB-6510-4B758F7A0702}"/>
          </ac:spMkLst>
        </pc:spChg>
        <pc:spChg chg="del">
          <ac:chgData name="Marcus Vibar" userId="9c4967f4d3c7369c" providerId="LiveId" clId="{DC0AEFF7-91C1-45CF-988C-567B4BD2A6A5}" dt="2026-02-25T13:18:31.970" v="98" actId="21"/>
          <ac:spMkLst>
            <pc:docMk/>
            <pc:sldMk cId="310944521" sldId="268"/>
            <ac:spMk id="11" creationId="{A71E3937-840F-DD24-58BA-4AB1DCB56004}"/>
          </ac:spMkLst>
        </pc:spChg>
        <pc:spChg chg="del">
          <ac:chgData name="Marcus Vibar" userId="9c4967f4d3c7369c" providerId="LiveId" clId="{DC0AEFF7-91C1-45CF-988C-567B4BD2A6A5}" dt="2026-02-25T13:18:31.970" v="98" actId="21"/>
          <ac:spMkLst>
            <pc:docMk/>
            <pc:sldMk cId="310944521" sldId="268"/>
            <ac:spMk id="14" creationId="{434A0C84-9B96-7419-933C-2AEE33052D18}"/>
          </ac:spMkLst>
        </pc:spChg>
      </pc:sldChg>
      <pc:sldChg chg="delSp modSp add mod">
        <pc:chgData name="Marcus Vibar" userId="9c4967f4d3c7369c" providerId="LiveId" clId="{DC0AEFF7-91C1-45CF-988C-567B4BD2A6A5}" dt="2026-02-25T13:20:30.619" v="142" actId="20577"/>
        <pc:sldMkLst>
          <pc:docMk/>
          <pc:sldMk cId="3558243675" sldId="268"/>
        </pc:sldMkLst>
        <pc:spChg chg="mod">
          <ac:chgData name="Marcus Vibar" userId="9c4967f4d3c7369c" providerId="LiveId" clId="{DC0AEFF7-91C1-45CF-988C-567B4BD2A6A5}" dt="2026-02-25T13:20:30.619" v="142" actId="20577"/>
          <ac:spMkLst>
            <pc:docMk/>
            <pc:sldMk cId="3558243675" sldId="268"/>
            <ac:spMk id="4" creationId="{53EE6FE5-F5DD-7A37-2E8D-DA94663BD17B}"/>
          </ac:spMkLst>
        </pc:spChg>
        <pc:spChg chg="mod">
          <ac:chgData name="Marcus Vibar" userId="9c4967f4d3c7369c" providerId="LiveId" clId="{DC0AEFF7-91C1-45CF-988C-567B4BD2A6A5}" dt="2026-02-25T13:20:02.500" v="128" actId="20577"/>
          <ac:spMkLst>
            <pc:docMk/>
            <pc:sldMk cId="3558243675" sldId="268"/>
            <ac:spMk id="5" creationId="{5F01AB9E-7BB6-D82A-2A63-27390344CF44}"/>
          </ac:spMkLst>
        </pc:spChg>
        <pc:spChg chg="del">
          <ac:chgData name="Marcus Vibar" userId="9c4967f4d3c7369c" providerId="LiveId" clId="{DC0AEFF7-91C1-45CF-988C-567B4BD2A6A5}" dt="2026-02-25T13:20:11.022" v="130" actId="478"/>
          <ac:spMkLst>
            <pc:docMk/>
            <pc:sldMk cId="3558243675" sldId="268"/>
            <ac:spMk id="6" creationId="{CDA450E7-7F57-4566-5D94-E3235642CF1E}"/>
          </ac:spMkLst>
        </pc:spChg>
        <pc:spChg chg="mod">
          <ac:chgData name="Marcus Vibar" userId="9c4967f4d3c7369c" providerId="LiveId" clId="{DC0AEFF7-91C1-45CF-988C-567B4BD2A6A5}" dt="2026-02-25T13:20:20.094" v="131" actId="1076"/>
          <ac:spMkLst>
            <pc:docMk/>
            <pc:sldMk cId="3558243675" sldId="268"/>
            <ac:spMk id="7" creationId="{0CBFE515-6667-20EB-1746-D739A1594AFF}"/>
          </ac:spMkLst>
        </pc:spChg>
        <pc:spChg chg="mod">
          <ac:chgData name="Marcus Vibar" userId="9c4967f4d3c7369c" providerId="LiveId" clId="{DC0AEFF7-91C1-45CF-988C-567B4BD2A6A5}" dt="2026-02-25T13:20:20.094" v="131" actId="1076"/>
          <ac:spMkLst>
            <pc:docMk/>
            <pc:sldMk cId="3558243675" sldId="268"/>
            <ac:spMk id="8" creationId="{94F1F84B-A772-07E7-850E-567D93272A55}"/>
          </ac:spMkLst>
        </pc:spChg>
        <pc:spChg chg="mod">
          <ac:chgData name="Marcus Vibar" userId="9c4967f4d3c7369c" providerId="LiveId" clId="{DC0AEFF7-91C1-45CF-988C-567B4BD2A6A5}" dt="2026-02-25T13:20:22.523" v="136" actId="20577"/>
          <ac:spMkLst>
            <pc:docMk/>
            <pc:sldMk cId="3558243675" sldId="268"/>
            <ac:spMk id="13" creationId="{81E8DE9E-28C0-E2ED-53CD-1FC8BC05F5ED}"/>
          </ac:spMkLst>
        </pc:spChg>
        <pc:spChg chg="del">
          <ac:chgData name="Marcus Vibar" userId="9c4967f4d3c7369c" providerId="LiveId" clId="{DC0AEFF7-91C1-45CF-988C-567B4BD2A6A5}" dt="2026-02-25T13:20:08.699" v="129" actId="478"/>
          <ac:spMkLst>
            <pc:docMk/>
            <pc:sldMk cId="3558243675" sldId="268"/>
            <ac:spMk id="14" creationId="{FE97B043-530B-BD60-417E-E7091A7A716E}"/>
          </ac:spMkLst>
        </pc:spChg>
        <pc:spChg chg="mod">
          <ac:chgData name="Marcus Vibar" userId="9c4967f4d3c7369c" providerId="LiveId" clId="{DC0AEFF7-91C1-45CF-988C-567B4BD2A6A5}" dt="2026-02-25T13:20:20.094" v="131" actId="1076"/>
          <ac:spMkLst>
            <pc:docMk/>
            <pc:sldMk cId="3558243675" sldId="268"/>
            <ac:spMk id="15" creationId="{9C08F0E0-71CE-6E27-68C3-6BF16E01A3AE}"/>
          </ac:spMkLst>
        </pc:spChg>
        <pc:spChg chg="mod">
          <ac:chgData name="Marcus Vibar" userId="9c4967f4d3c7369c" providerId="LiveId" clId="{DC0AEFF7-91C1-45CF-988C-567B4BD2A6A5}" dt="2026-02-25T13:20:20.094" v="131" actId="1076"/>
          <ac:spMkLst>
            <pc:docMk/>
            <pc:sldMk cId="3558243675" sldId="268"/>
            <ac:spMk id="16" creationId="{86C6352B-F5CD-DD6B-2E37-988041429CD3}"/>
          </ac:spMkLst>
        </pc:spChg>
      </pc:sldChg>
      <pc:sldChg chg="addSp delSp modSp new del mod modClrScheme chgLayout">
        <pc:chgData name="Marcus Vibar" userId="9c4967f4d3c7369c" providerId="LiveId" clId="{DC0AEFF7-91C1-45CF-988C-567B4BD2A6A5}" dt="2026-02-25T13:19:16.643" v="110" actId="2696"/>
        <pc:sldMkLst>
          <pc:docMk/>
          <pc:sldMk cId="4154927672" sldId="269"/>
        </pc:sldMkLst>
        <pc:spChg chg="del">
          <ac:chgData name="Marcus Vibar" userId="9c4967f4d3c7369c" providerId="LiveId" clId="{DC0AEFF7-91C1-45CF-988C-567B4BD2A6A5}" dt="2026-02-25T13:18:30.080" v="97" actId="700"/>
          <ac:spMkLst>
            <pc:docMk/>
            <pc:sldMk cId="4154927672" sldId="269"/>
            <ac:spMk id="2" creationId="{C9044004-38F3-C458-8B2B-02CAFDB5D809}"/>
          </ac:spMkLst>
        </pc:spChg>
        <pc:spChg chg="del">
          <ac:chgData name="Marcus Vibar" userId="9c4967f4d3c7369c" providerId="LiveId" clId="{DC0AEFF7-91C1-45CF-988C-567B4BD2A6A5}" dt="2026-02-25T13:18:30.080" v="97" actId="700"/>
          <ac:spMkLst>
            <pc:docMk/>
            <pc:sldMk cId="4154927672" sldId="269"/>
            <ac:spMk id="3" creationId="{D6E4CD7F-60FF-411F-B1D1-9EAB39BBABAF}"/>
          </ac:spMkLst>
        </pc:spChg>
        <pc:spChg chg="add mod">
          <ac:chgData name="Marcus Vibar" userId="9c4967f4d3c7369c" providerId="LiveId" clId="{DC0AEFF7-91C1-45CF-988C-567B4BD2A6A5}" dt="2026-02-25T13:18:33.398" v="99"/>
          <ac:spMkLst>
            <pc:docMk/>
            <pc:sldMk cId="4154927672" sldId="269"/>
            <ac:spMk id="4" creationId="{42CE9693-D40E-413A-C036-C5176C61424E}"/>
          </ac:spMkLst>
        </pc:spChg>
        <pc:spChg chg="add mod">
          <ac:chgData name="Marcus Vibar" userId="9c4967f4d3c7369c" providerId="LiveId" clId="{DC0AEFF7-91C1-45CF-988C-567B4BD2A6A5}" dt="2026-02-25T13:18:46.304" v="105" actId="20577"/>
          <ac:spMkLst>
            <pc:docMk/>
            <pc:sldMk cId="4154927672" sldId="269"/>
            <ac:spMk id="6" creationId="{19AF0078-3BD6-5324-E733-879A97BFF688}"/>
          </ac:spMkLst>
        </pc:spChg>
        <pc:spChg chg="add mod">
          <ac:chgData name="Marcus Vibar" userId="9c4967f4d3c7369c" providerId="LiveId" clId="{DC0AEFF7-91C1-45CF-988C-567B4BD2A6A5}" dt="2026-02-25T13:18:33.398" v="99"/>
          <ac:spMkLst>
            <pc:docMk/>
            <pc:sldMk cId="4154927672" sldId="269"/>
            <ac:spMk id="7" creationId="{C5189B05-1C5E-2A68-30F7-B7E372D2A748}"/>
          </ac:spMkLst>
        </pc:spChg>
        <pc:spChg chg="add mod">
          <ac:chgData name="Marcus Vibar" userId="9c4967f4d3c7369c" providerId="LiveId" clId="{DC0AEFF7-91C1-45CF-988C-567B4BD2A6A5}" dt="2026-02-25T13:18:33.398" v="99"/>
          <ac:spMkLst>
            <pc:docMk/>
            <pc:sldMk cId="4154927672" sldId="269"/>
            <ac:spMk id="8" creationId="{A5F1B0E8-DDCE-54C0-52A9-CC534F0787E3}"/>
          </ac:spMkLst>
        </pc:spChg>
        <pc:spChg chg="del">
          <ac:chgData name="Marcus Vibar" userId="9c4967f4d3c7369c" providerId="LiveId" clId="{DC0AEFF7-91C1-45CF-988C-567B4BD2A6A5}" dt="2026-02-25T13:18:38.294" v="101" actId="478"/>
          <ac:spMkLst>
            <pc:docMk/>
            <pc:sldMk cId="4154927672" sldId="269"/>
            <ac:spMk id="9" creationId="{E684F9F7-D063-4597-08DB-868BD4AC7D2B}"/>
          </ac:spMkLst>
        </pc:spChg>
        <pc:spChg chg="del">
          <ac:chgData name="Marcus Vibar" userId="9c4967f4d3c7369c" providerId="LiveId" clId="{DC0AEFF7-91C1-45CF-988C-567B4BD2A6A5}" dt="2026-02-25T13:18:36.919" v="100" actId="21"/>
          <ac:spMkLst>
            <pc:docMk/>
            <pc:sldMk cId="4154927672" sldId="269"/>
            <ac:spMk id="10" creationId="{8B9E0D3D-EE52-F93B-9604-19F95EE99F1C}"/>
          </ac:spMkLst>
        </pc:spChg>
        <pc:spChg chg="add mod">
          <ac:chgData name="Marcus Vibar" userId="9c4967f4d3c7369c" providerId="LiveId" clId="{DC0AEFF7-91C1-45CF-988C-567B4BD2A6A5}" dt="2026-02-25T13:18:33.398" v="99"/>
          <ac:spMkLst>
            <pc:docMk/>
            <pc:sldMk cId="4154927672" sldId="269"/>
            <ac:spMk id="11" creationId="{A71E3937-840F-DD24-58BA-4AB1DCB56004}"/>
          </ac:spMkLst>
        </pc:spChg>
        <pc:spChg chg="add mod ord">
          <ac:chgData name="Marcus Vibar" userId="9c4967f4d3c7369c" providerId="LiveId" clId="{DC0AEFF7-91C1-45CF-988C-567B4BD2A6A5}" dt="2026-02-25T13:18:48.614" v="106" actId="167"/>
          <ac:spMkLst>
            <pc:docMk/>
            <pc:sldMk cId="4154927672" sldId="269"/>
            <ac:spMk id="12" creationId="{8B9E0D3D-EE52-F93B-9604-19F95EE99F1C}"/>
          </ac:spMkLst>
        </pc:spChg>
        <pc:spChg chg="add del mod">
          <ac:chgData name="Marcus Vibar" userId="9c4967f4d3c7369c" providerId="LiveId" clId="{DC0AEFF7-91C1-45CF-988C-567B4BD2A6A5}" dt="2026-02-25T13:19:01.302" v="108" actId="478"/>
          <ac:spMkLst>
            <pc:docMk/>
            <pc:sldMk cId="4154927672" sldId="269"/>
            <ac:spMk id="13" creationId="{7686240F-E8CE-D577-A847-DEC1045078FF}"/>
          </ac:spMkLst>
        </pc:spChg>
        <pc:spChg chg="add mod">
          <ac:chgData name="Marcus Vibar" userId="9c4967f4d3c7369c" providerId="LiveId" clId="{DC0AEFF7-91C1-45CF-988C-567B4BD2A6A5}" dt="2026-02-25T13:18:33.398" v="99"/>
          <ac:spMkLst>
            <pc:docMk/>
            <pc:sldMk cId="4154927672" sldId="269"/>
            <ac:spMk id="14" creationId="{434A0C84-9B96-7419-933C-2AEE33052D18}"/>
          </ac:spMkLst>
        </pc:spChg>
        <pc:spChg chg="mod">
          <ac:chgData name="Marcus Vibar" userId="9c4967f4d3c7369c" providerId="LiveId" clId="{DC0AEFF7-91C1-45CF-988C-567B4BD2A6A5}" dt="2026-02-25T13:18:33.398" v="99"/>
          <ac:spMkLst>
            <pc:docMk/>
            <pc:sldMk cId="4154927672" sldId="269"/>
            <ac:spMk id="16" creationId="{069B3C4D-A3C3-A3BA-F5BB-05E8630BB264}"/>
          </ac:spMkLst>
        </pc:spChg>
        <pc:spChg chg="mod">
          <ac:chgData name="Marcus Vibar" userId="9c4967f4d3c7369c" providerId="LiveId" clId="{DC0AEFF7-91C1-45CF-988C-567B4BD2A6A5}" dt="2026-02-25T13:18:33.398" v="99"/>
          <ac:spMkLst>
            <pc:docMk/>
            <pc:sldMk cId="4154927672" sldId="269"/>
            <ac:spMk id="22" creationId="{B0E83385-D92B-8C42-78DB-60981F0A2484}"/>
          </ac:spMkLst>
        </pc:spChg>
        <pc:spChg chg="mod">
          <ac:chgData name="Marcus Vibar" userId="9c4967f4d3c7369c" providerId="LiveId" clId="{DC0AEFF7-91C1-45CF-988C-567B4BD2A6A5}" dt="2026-02-25T13:18:33.398" v="99"/>
          <ac:spMkLst>
            <pc:docMk/>
            <pc:sldMk cId="4154927672" sldId="269"/>
            <ac:spMk id="23" creationId="{53402F26-1759-D81E-7192-63AAE45AD4FE}"/>
          </ac:spMkLst>
        </pc:spChg>
        <pc:spChg chg="mod">
          <ac:chgData name="Marcus Vibar" userId="9c4967f4d3c7369c" providerId="LiveId" clId="{DC0AEFF7-91C1-45CF-988C-567B4BD2A6A5}" dt="2026-02-25T13:18:33.398" v="99"/>
          <ac:spMkLst>
            <pc:docMk/>
            <pc:sldMk cId="4154927672" sldId="269"/>
            <ac:spMk id="24" creationId="{10A4DAEF-41D4-F3C0-F790-C912120A5520}"/>
          </ac:spMkLst>
        </pc:spChg>
      </pc:sldChg>
      <pc:sldChg chg="delSp modSp mod">
        <pc:chgData name="Marcus Vibar" userId="9c4967f4d3c7369c" providerId="LiveId" clId="{DC0AEFF7-91C1-45CF-988C-567B4BD2A6A5}" dt="2026-02-25T13:55:29.434" v="240" actId="478"/>
        <pc:sldMkLst>
          <pc:docMk/>
          <pc:sldMk cId="4199689563" sldId="269"/>
        </pc:sldMkLst>
        <pc:spChg chg="mod">
          <ac:chgData name="Marcus Vibar" userId="9c4967f4d3c7369c" providerId="LiveId" clId="{DC0AEFF7-91C1-45CF-988C-567B4BD2A6A5}" dt="2026-02-25T13:51:31.460" v="235" actId="1076"/>
          <ac:spMkLst>
            <pc:docMk/>
            <pc:sldMk cId="4199689563" sldId="269"/>
            <ac:spMk id="5" creationId="{41AF6BA5-0B38-BE67-6D6B-88FDA2A6050F}"/>
          </ac:spMkLst>
        </pc:spChg>
        <pc:spChg chg="mod">
          <ac:chgData name="Marcus Vibar" userId="9c4967f4d3c7369c" providerId="LiveId" clId="{DC0AEFF7-91C1-45CF-988C-567B4BD2A6A5}" dt="2026-02-25T13:53:09.781" v="236" actId="20577"/>
          <ac:spMkLst>
            <pc:docMk/>
            <pc:sldMk cId="4199689563" sldId="269"/>
            <ac:spMk id="13" creationId="{32C80BD5-8C38-480E-B709-46C159498C35}"/>
          </ac:spMkLst>
        </pc:spChg>
        <pc:spChg chg="mod">
          <ac:chgData name="Marcus Vibar" userId="9c4967f4d3c7369c" providerId="LiveId" clId="{DC0AEFF7-91C1-45CF-988C-567B4BD2A6A5}" dt="2026-02-25T13:55:04.468" v="239"/>
          <ac:spMkLst>
            <pc:docMk/>
            <pc:sldMk cId="4199689563" sldId="269"/>
            <ac:spMk id="19" creationId="{B2417CD6-11EB-106F-1472-06F0649E231F}"/>
          </ac:spMkLst>
        </pc:spChg>
        <pc:spChg chg="mod">
          <ac:chgData name="Marcus Vibar" userId="9c4967f4d3c7369c" providerId="LiveId" clId="{DC0AEFF7-91C1-45CF-988C-567B4BD2A6A5}" dt="2026-02-25T13:53:15.504" v="237" actId="1076"/>
          <ac:spMkLst>
            <pc:docMk/>
            <pc:sldMk cId="4199689563" sldId="269"/>
            <ac:spMk id="28" creationId="{F8AD4983-23C7-4DD6-B021-956024EDE2EC}"/>
          </ac:spMkLst>
        </pc:spChg>
        <pc:spChg chg="del">
          <ac:chgData name="Marcus Vibar" userId="9c4967f4d3c7369c" providerId="LiveId" clId="{DC0AEFF7-91C1-45CF-988C-567B4BD2A6A5}" dt="2026-02-25T13:55:29.434" v="240" actId="478"/>
          <ac:spMkLst>
            <pc:docMk/>
            <pc:sldMk cId="4199689563" sldId="269"/>
            <ac:spMk id="35" creationId="{E5622D54-50EB-3B31-1890-E93353959A04}"/>
          </ac:spMkLst>
        </pc:spChg>
      </pc:sldChg>
      <pc:sldChg chg="addSp modSp mod">
        <pc:chgData name="Marcus Vibar" userId="9c4967f4d3c7369c" providerId="LiveId" clId="{DC0AEFF7-91C1-45CF-988C-567B4BD2A6A5}" dt="2026-02-25T14:01:23.250" v="287" actId="1076"/>
        <pc:sldMkLst>
          <pc:docMk/>
          <pc:sldMk cId="2573039845" sldId="270"/>
        </pc:sldMkLst>
        <pc:spChg chg="add mod">
          <ac:chgData name="Marcus Vibar" userId="9c4967f4d3c7369c" providerId="LiveId" clId="{DC0AEFF7-91C1-45CF-988C-567B4BD2A6A5}" dt="2026-02-25T14:01:12.816" v="271" actId="1076"/>
          <ac:spMkLst>
            <pc:docMk/>
            <pc:sldMk cId="2573039845" sldId="270"/>
            <ac:spMk id="2" creationId="{C0EE011B-0DC6-2FD8-BF50-2410C6893BD9}"/>
          </ac:spMkLst>
        </pc:spChg>
        <pc:spChg chg="add mod">
          <ac:chgData name="Marcus Vibar" userId="9c4967f4d3c7369c" providerId="LiveId" clId="{DC0AEFF7-91C1-45CF-988C-567B4BD2A6A5}" dt="2026-02-25T14:01:23.250" v="287" actId="1076"/>
          <ac:spMkLst>
            <pc:docMk/>
            <pc:sldMk cId="2573039845" sldId="270"/>
            <ac:spMk id="24" creationId="{6374D7ED-A7DD-E00C-7096-94477DDEEF32}"/>
          </ac:spMkLst>
        </pc:spChg>
      </pc:sldChg>
      <pc:sldChg chg="modSp mod">
        <pc:chgData name="Marcus Vibar" userId="9c4967f4d3c7369c" providerId="LiveId" clId="{DC0AEFF7-91C1-45CF-988C-567B4BD2A6A5}" dt="2026-02-25T14:00:34.677" v="259" actId="20577"/>
        <pc:sldMkLst>
          <pc:docMk/>
          <pc:sldMk cId="1289862969" sldId="271"/>
        </pc:sldMkLst>
        <pc:spChg chg="mod">
          <ac:chgData name="Marcus Vibar" userId="9c4967f4d3c7369c" providerId="LiveId" clId="{DC0AEFF7-91C1-45CF-988C-567B4BD2A6A5}" dt="2026-02-25T13:58:49.485" v="252" actId="1076"/>
          <ac:spMkLst>
            <pc:docMk/>
            <pc:sldMk cId="1289862969" sldId="271"/>
            <ac:spMk id="5" creationId="{21B961F2-F75F-462C-110A-AE82C22B757D}"/>
          </ac:spMkLst>
        </pc:spChg>
        <pc:spChg chg="mod">
          <ac:chgData name="Marcus Vibar" userId="9c4967f4d3c7369c" providerId="LiveId" clId="{DC0AEFF7-91C1-45CF-988C-567B4BD2A6A5}" dt="2026-02-25T14:00:32.417" v="256" actId="20577"/>
          <ac:spMkLst>
            <pc:docMk/>
            <pc:sldMk cId="1289862969" sldId="271"/>
            <ac:spMk id="13" creationId="{6708B28A-243F-6DDD-FC85-ACEECB0AF014}"/>
          </ac:spMkLst>
        </pc:spChg>
        <pc:spChg chg="mod">
          <ac:chgData name="Marcus Vibar" userId="9c4967f4d3c7369c" providerId="LiveId" clId="{DC0AEFF7-91C1-45CF-988C-567B4BD2A6A5}" dt="2026-02-25T14:00:28.250" v="253" actId="1076"/>
          <ac:spMkLst>
            <pc:docMk/>
            <pc:sldMk cId="1289862969" sldId="271"/>
            <ac:spMk id="15" creationId="{4FB4F3C7-3726-E258-8543-BEC1296C4959}"/>
          </ac:spMkLst>
        </pc:spChg>
        <pc:spChg chg="mod">
          <ac:chgData name="Marcus Vibar" userId="9c4967f4d3c7369c" providerId="LiveId" clId="{DC0AEFF7-91C1-45CF-988C-567B4BD2A6A5}" dt="2026-02-25T14:00:34.677" v="259" actId="20577"/>
          <ac:spMkLst>
            <pc:docMk/>
            <pc:sldMk cId="1289862969" sldId="271"/>
            <ac:spMk id="16" creationId="{F6C44F3E-14A9-2ACD-2760-01BFD534460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473A2-FC0B-2E45-8E7B-8CA64CA4B4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288BF2-07DD-1402-B66E-471B8FD182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2DFAF-A9CF-9FA9-EE24-8F978F8AE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0ADCD-32DC-4653-BF29-F1EAD030C0B0}" type="datetimeFigureOut">
              <a:rPr lang="en-PH" smtClean="0"/>
              <a:t>2/25/2026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5A98B-A6B5-F703-EEE1-EE438FDAE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03D382-913D-0456-0290-9DB289BE6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6C506-8800-4F46-9DA9-A08660E3259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03490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B959F-EE65-9B7C-0F51-6CAB33FFB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E688C-9C21-B357-3924-52710AAB4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20170-4E03-F2DF-BFEE-CA80A7FE0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0ADCD-32DC-4653-BF29-F1EAD030C0B0}" type="datetimeFigureOut">
              <a:rPr lang="en-PH" smtClean="0"/>
              <a:t>2/25/2026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FBD41-A85E-2335-E72F-AFBFED966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D1877-FB64-9207-13A6-A9C5BA38B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6C506-8800-4F46-9DA9-A08660E3259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45044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2CF4B-47C3-8D1A-94A2-5A466F873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B7F65E-D7A0-AF2E-2A62-4C37953C3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351E6-F211-877E-4E5A-F2A55CF5B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0ADCD-32DC-4653-BF29-F1EAD030C0B0}" type="datetimeFigureOut">
              <a:rPr lang="en-PH" smtClean="0"/>
              <a:t>2/25/2026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0744C-AD26-8A14-4B50-A703E9883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87E81-3720-B23B-64DE-411A38B43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6C506-8800-4F46-9DA9-A08660E3259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81761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F2B6E-512E-FAFC-2825-9748E3F90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E96EE-A95D-9C70-115A-20A5A65424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32FA6A-97C4-A53E-588B-D7BB1BB62E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F7BB13-113F-6629-44DA-990946157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0ADCD-32DC-4653-BF29-F1EAD030C0B0}" type="datetimeFigureOut">
              <a:rPr lang="en-PH" smtClean="0"/>
              <a:t>2/25/2026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77B3E9-C350-8149-4BC4-3225D5F6D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66EA97-5F75-2442-977B-481E62A19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6C506-8800-4F46-9DA9-A08660E3259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66494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98711-5F63-49FB-743C-476BFE034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479EC5-E89E-C596-EF9B-1A7E8213E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AFE36E-4711-5894-2BBF-32D1D33DC7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0EA60A-6BFD-C09E-3AB6-1BCD42B493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B14BDB-7996-6E66-2836-CE2EF87459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765CF9-C51E-459F-A60C-D8A18E7F6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0ADCD-32DC-4653-BF29-F1EAD030C0B0}" type="datetimeFigureOut">
              <a:rPr lang="en-PH" smtClean="0"/>
              <a:t>2/25/2026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38217C-A70A-8522-C307-004A7B16F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404FF6-0FD7-73B1-5332-41B365522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6C506-8800-4F46-9DA9-A08660E3259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3956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852E4-7722-4333-F349-E8E2EF100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669B97-28D6-B26E-EA23-6354EEE0B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0ADCD-32DC-4653-BF29-F1EAD030C0B0}" type="datetimeFigureOut">
              <a:rPr lang="en-PH" smtClean="0"/>
              <a:t>2/25/2026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C3B5DC-001F-DF58-D12A-0B166823D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5CC436-AB3E-352F-7BAC-67039C474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6C506-8800-4F46-9DA9-A08660E3259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45723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97D9E7-50E6-484B-BB17-2E1E34A0D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0ADCD-32DC-4653-BF29-F1EAD030C0B0}" type="datetimeFigureOut">
              <a:rPr lang="en-PH" smtClean="0"/>
              <a:t>2/25/2026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00B332-242A-87E7-D863-E1AFE24EB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096666-E61A-5F62-BCEE-311AD48DA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6C506-8800-4F46-9DA9-A08660E3259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48934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5F2B8-8279-87FE-F4A7-39DC4FF0D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E13BB-A430-3FE4-CD62-1490C03CD4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27A251-26F4-0D52-58C1-F27A2D6674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D44788-F38E-A187-7F9A-747E8F7DD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0ADCD-32DC-4653-BF29-F1EAD030C0B0}" type="datetimeFigureOut">
              <a:rPr lang="en-PH" smtClean="0"/>
              <a:t>2/25/2026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35912D-7564-8F71-722E-C9630967F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9F9C05-3B4E-098F-FE39-870D17943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6C506-8800-4F46-9DA9-A08660E3259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46078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27197-3060-EFE7-BA54-907090BB2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33E8F7-591F-DF47-C0CF-886ECBDACF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015FEF-21AB-BBD1-5A4F-7AED0B33C3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28075B-306F-BBC2-3498-6F9F9C993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0ADCD-32DC-4653-BF29-F1EAD030C0B0}" type="datetimeFigureOut">
              <a:rPr lang="en-PH" smtClean="0"/>
              <a:t>2/25/2026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2C8DC9-724B-3CFB-964F-435789E31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9F448-4543-7107-1982-55EABAB9B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6C506-8800-4F46-9DA9-A08660E3259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21847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D07EC-639D-A911-ADE9-9EA6FE3DD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71D845-0D7C-F887-E57C-3E617EB209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8A6C08-C70F-C039-59B5-E37E08104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0ADCD-32DC-4653-BF29-F1EAD030C0B0}" type="datetimeFigureOut">
              <a:rPr lang="en-PH" smtClean="0"/>
              <a:t>2/25/2026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CC4C1-09AB-39E8-DC21-D0C058CBF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94115-8282-8548-E357-62EF92EB7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6C506-8800-4F46-9DA9-A08660E3259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45680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5E56FE-150E-D42F-923E-5DAE9DD03F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F31098-009F-A0A6-6F11-6082F3C3B8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2BEDC-2A80-2506-08EE-7F89D5408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0ADCD-32DC-4653-BF29-F1EAD030C0B0}" type="datetimeFigureOut">
              <a:rPr lang="en-PH" smtClean="0"/>
              <a:t>2/25/2026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D58BF-1935-D87D-B48F-A275ACB79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9BA58-5D4F-56CB-E087-FBD2AAFDE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6C506-8800-4F46-9DA9-A08660E3259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15022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42F4CB-52F1-FCAB-F041-BA53C27E6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14FB86-CF3B-6198-717E-4914C937B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BCBDD-7661-D607-7E2B-21FE2B57B1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50ADCD-32DC-4653-BF29-F1EAD030C0B0}" type="datetimeFigureOut">
              <a:rPr lang="en-PH" smtClean="0"/>
              <a:t>2/25/2026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B29ED-2C1E-BD49-1ED7-2B053E44D2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EAE573-D525-7089-FDA1-4BF83378BC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86C506-8800-4F46-9DA9-A08660E3259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44423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389A0939-31E6-2736-EF56-78AB5A996DB9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rgbClr val="000000">
              <a:alpha val="7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40552FD-73FC-BCB7-A3EA-96E0C604F8D2}"/>
              </a:ext>
            </a:extLst>
          </p:cNvPr>
          <p:cNvSpPr txBox="1">
            <a:spLocks/>
          </p:cNvSpPr>
          <p:nvPr/>
        </p:nvSpPr>
        <p:spPr>
          <a:xfrm>
            <a:off x="8625" y="52687"/>
            <a:ext cx="1710907" cy="25975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 fontScale="92500" lnSpcReduction="20000"/>
          </a:bodyPr>
          <a:lstStyle>
            <a:defPPr>
              <a:defRPr lang="en-US"/>
            </a:defPPr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PH" sz="1500">
                <a:solidFill>
                  <a:schemeClr val="bg1"/>
                </a:solidFill>
                <a:ea typeface="Calibri Light"/>
                <a:cs typeface="Calibri Light"/>
              </a:rPr>
              <a:t>Create Account Page</a:t>
            </a:r>
            <a:endParaRPr lang="en-US">
              <a:solidFill>
                <a:schemeClr val="bg1"/>
              </a:solidFill>
              <a:ea typeface="Calibri Light"/>
              <a:cs typeface="Calibri Light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5267020-093A-7632-0135-F91CE1172973}"/>
              </a:ext>
            </a:extLst>
          </p:cNvPr>
          <p:cNvSpPr txBox="1">
            <a:spLocks/>
          </p:cNvSpPr>
          <p:nvPr/>
        </p:nvSpPr>
        <p:spPr>
          <a:xfrm>
            <a:off x="2677982" y="576023"/>
            <a:ext cx="6829246" cy="978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PH">
                <a:solidFill>
                  <a:schemeClr val="bg1"/>
                </a:solidFill>
                <a:latin typeface="HGGothicE"/>
                <a:ea typeface="HGGothicE"/>
                <a:cs typeface="Calibri Light"/>
              </a:rPr>
              <a:t>Create Account</a:t>
            </a:r>
            <a:endParaRPr lang="en-US">
              <a:solidFill>
                <a:schemeClr val="bg1"/>
              </a:solidFill>
              <a:ea typeface="Calibri Light" panose="020F0302020204030204"/>
              <a:cs typeface="Calibri Light" panose="020F0302020204030204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D57F926-AFF9-1464-040F-E744D5C64F9E}"/>
              </a:ext>
            </a:extLst>
          </p:cNvPr>
          <p:cNvGrpSpPr/>
          <p:nvPr/>
        </p:nvGrpSpPr>
        <p:grpSpPr>
          <a:xfrm>
            <a:off x="1348911" y="5424026"/>
            <a:ext cx="9485662" cy="978620"/>
            <a:chOff x="1560578" y="5424026"/>
            <a:chExt cx="9485662" cy="978620"/>
          </a:xfrm>
        </p:grpSpPr>
        <p:sp>
          <p:nvSpPr>
            <p:cNvPr id="12" name="Title 1">
              <a:extLst>
                <a:ext uri="{FF2B5EF4-FFF2-40B4-BE49-F238E27FC236}">
                  <a16:creationId xmlns:a16="http://schemas.microsoft.com/office/drawing/2014/main" id="{886E0CEE-E43B-EE80-7AF4-CD9370C11078}"/>
                </a:ext>
              </a:extLst>
            </p:cNvPr>
            <p:cNvSpPr txBox="1">
              <a:spLocks/>
            </p:cNvSpPr>
            <p:nvPr/>
          </p:nvSpPr>
          <p:spPr>
            <a:xfrm>
              <a:off x="1560578" y="5424027"/>
              <a:ext cx="3685996" cy="978619"/>
            </a:xfrm>
            <a:prstGeom prst="rect">
              <a:avLst/>
            </a:prstGeom>
            <a:ln w="57150">
              <a:solidFill>
                <a:schemeClr val="bg1"/>
              </a:solidFill>
            </a:ln>
          </p:spPr>
          <p:txBody>
            <a:bodyPr vert="horz" lIns="91440" tIns="45720" rIns="91440" bIns="45720" rtlCol="0" anchor="b">
              <a:normAutofit/>
            </a:bodyPr>
            <a:lstStyle>
              <a:defPPr>
                <a:defRPr lang="en-US"/>
              </a:defPPr>
              <a:lvl1pPr marL="0"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PH" sz="5000">
                  <a:solidFill>
                    <a:schemeClr val="bg1"/>
                  </a:solidFill>
                  <a:ea typeface="Calibri Light"/>
                  <a:cs typeface="Calibri Light"/>
                </a:rPr>
                <a:t>Clear Text</a:t>
              </a:r>
              <a:endParaRPr lang="en-US">
                <a:solidFill>
                  <a:schemeClr val="bg1"/>
                </a:solidFill>
                <a:ea typeface="Calibri Light"/>
                <a:cs typeface="Calibri Light"/>
              </a:endParaRPr>
            </a:p>
          </p:txBody>
        </p:sp>
        <p:sp>
          <p:nvSpPr>
            <p:cNvPr id="13" name="Title 1">
              <a:extLst>
                <a:ext uri="{FF2B5EF4-FFF2-40B4-BE49-F238E27FC236}">
                  <a16:creationId xmlns:a16="http://schemas.microsoft.com/office/drawing/2014/main" id="{604C132D-430B-5AF4-7063-B2B160A74197}"/>
                </a:ext>
              </a:extLst>
            </p:cNvPr>
            <p:cNvSpPr txBox="1">
              <a:spLocks/>
            </p:cNvSpPr>
            <p:nvPr/>
          </p:nvSpPr>
          <p:spPr>
            <a:xfrm>
              <a:off x="5730411" y="5424026"/>
              <a:ext cx="5315829" cy="978619"/>
            </a:xfrm>
            <a:prstGeom prst="rect">
              <a:avLst/>
            </a:prstGeom>
            <a:ln w="57150">
              <a:solidFill>
                <a:schemeClr val="bg1"/>
              </a:solidFill>
            </a:ln>
          </p:spPr>
          <p:txBody>
            <a:bodyPr vert="horz" lIns="91440" tIns="45720" rIns="91440" bIns="45720" rtlCol="0" anchor="b">
              <a:normAutofit/>
            </a:bodyPr>
            <a:lstStyle>
              <a:defPPr>
                <a:defRPr lang="en-US"/>
              </a:defPPr>
              <a:lvl1pPr marL="0"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PH" sz="5000">
                  <a:solidFill>
                    <a:schemeClr val="bg1"/>
                  </a:solidFill>
                  <a:ea typeface="Calibri Light"/>
                  <a:cs typeface="Calibri Light"/>
                </a:rPr>
                <a:t>Create Account</a:t>
              </a:r>
              <a:endParaRPr lang="en-US">
                <a:solidFill>
                  <a:schemeClr val="bg1"/>
                </a:solidFill>
                <a:ea typeface="Calibri Light"/>
                <a:cs typeface="Calibri Light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ABE9C67-2C9E-818F-E0E8-3E4372963BA5}"/>
              </a:ext>
            </a:extLst>
          </p:cNvPr>
          <p:cNvGrpSpPr/>
          <p:nvPr/>
        </p:nvGrpSpPr>
        <p:grpSpPr>
          <a:xfrm>
            <a:off x="1370081" y="2209291"/>
            <a:ext cx="9678918" cy="2944522"/>
            <a:chOff x="1063164" y="2209291"/>
            <a:chExt cx="9678918" cy="2944522"/>
          </a:xfrm>
        </p:grpSpPr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04CD38AF-3983-15A5-BF80-CD9368471E3D}"/>
                </a:ext>
              </a:extLst>
            </p:cNvPr>
            <p:cNvSpPr txBox="1">
              <a:spLocks/>
            </p:cNvSpPr>
            <p:nvPr/>
          </p:nvSpPr>
          <p:spPr>
            <a:xfrm>
              <a:off x="1782831" y="2209291"/>
              <a:ext cx="6829246" cy="978619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defPPr>
                <a:defRPr lang="en-US"/>
              </a:defPPr>
              <a:lvl1pPr marL="0"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PH" sz="5000">
                  <a:solidFill>
                    <a:schemeClr val="bg1"/>
                  </a:solidFill>
                  <a:ea typeface="Calibri Light"/>
                  <a:cs typeface="Calibri Light"/>
                </a:rPr>
                <a:t>Email</a:t>
              </a:r>
              <a:endParaRPr lang="en-US">
                <a:solidFill>
                  <a:schemeClr val="bg1"/>
                </a:solidFill>
                <a:ea typeface="Calibri Light"/>
                <a:cs typeface="Calibri Light"/>
              </a:endParaRPr>
            </a:p>
          </p:txBody>
        </p:sp>
        <p:sp>
          <p:nvSpPr>
            <p:cNvPr id="7" name="Title 1">
              <a:extLst>
                <a:ext uri="{FF2B5EF4-FFF2-40B4-BE49-F238E27FC236}">
                  <a16:creationId xmlns:a16="http://schemas.microsoft.com/office/drawing/2014/main" id="{0F2B59B3-4C65-7856-540C-7132DE352CF4}"/>
                </a:ext>
              </a:extLst>
            </p:cNvPr>
            <p:cNvSpPr txBox="1">
              <a:spLocks/>
            </p:cNvSpPr>
            <p:nvPr/>
          </p:nvSpPr>
          <p:spPr>
            <a:xfrm>
              <a:off x="1063164" y="3186951"/>
              <a:ext cx="6829246" cy="978619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defPPr>
                <a:defRPr lang="en-US"/>
              </a:defPPr>
              <a:lvl1pPr marL="0"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PH" sz="5000">
                  <a:solidFill>
                    <a:schemeClr val="bg1"/>
                  </a:solidFill>
                  <a:ea typeface="Calibri Light"/>
                  <a:cs typeface="Calibri Light"/>
                </a:rPr>
                <a:t>Username</a:t>
              </a:r>
              <a:endParaRPr lang="en-US">
                <a:solidFill>
                  <a:schemeClr val="bg1"/>
                </a:solidFill>
                <a:ea typeface="Calibri Light"/>
                <a:cs typeface="Calibri Light"/>
              </a:endParaRPr>
            </a:p>
          </p:txBody>
        </p:sp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555C0580-FFAA-6157-424A-1AAFBBCEDEDD}"/>
                </a:ext>
              </a:extLst>
            </p:cNvPr>
            <p:cNvSpPr txBox="1">
              <a:spLocks/>
            </p:cNvSpPr>
            <p:nvPr/>
          </p:nvSpPr>
          <p:spPr>
            <a:xfrm>
              <a:off x="1338329" y="4175194"/>
              <a:ext cx="6829246" cy="978619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defPPr>
                <a:defRPr lang="en-US"/>
              </a:defPPr>
              <a:lvl1pPr marL="0"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PH" sz="5000">
                  <a:solidFill>
                    <a:schemeClr val="bg1"/>
                  </a:solidFill>
                  <a:ea typeface="Calibri Light"/>
                  <a:cs typeface="Calibri Light"/>
                </a:rPr>
                <a:t>Password</a:t>
              </a:r>
              <a:endParaRPr lang="en-US">
                <a:solidFill>
                  <a:schemeClr val="bg1"/>
                </a:solidFill>
                <a:ea typeface="Calibri Light"/>
                <a:cs typeface="Calibri Light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9AC3924-B13C-3817-CF70-D3FB01748330}"/>
                </a:ext>
              </a:extLst>
            </p:cNvPr>
            <p:cNvSpPr txBox="1"/>
            <p:nvPr/>
          </p:nvSpPr>
          <p:spPr>
            <a:xfrm>
              <a:off x="3725333" y="2243666"/>
              <a:ext cx="6413499" cy="899583"/>
            </a:xfrm>
            <a:prstGeom prst="rect">
              <a:avLst/>
            </a:prstGeom>
            <a:noFill/>
            <a:ln w="6350">
              <a:solidFill>
                <a:schemeClr val="bg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81F3404-24F7-CA2E-B48E-8F7A913A50EB}"/>
                </a:ext>
              </a:extLst>
            </p:cNvPr>
            <p:cNvSpPr txBox="1"/>
            <p:nvPr/>
          </p:nvSpPr>
          <p:spPr>
            <a:xfrm>
              <a:off x="4328582" y="3227915"/>
              <a:ext cx="6413499" cy="899583"/>
            </a:xfrm>
            <a:prstGeom prst="rect">
              <a:avLst/>
            </a:prstGeom>
            <a:noFill/>
            <a:ln w="6350">
              <a:solidFill>
                <a:schemeClr val="bg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3E18FE0-BD93-003F-E3B5-F118CBFB14C2}"/>
                </a:ext>
              </a:extLst>
            </p:cNvPr>
            <p:cNvSpPr txBox="1"/>
            <p:nvPr/>
          </p:nvSpPr>
          <p:spPr>
            <a:xfrm>
              <a:off x="4328583" y="4212166"/>
              <a:ext cx="6413499" cy="899583"/>
            </a:xfrm>
            <a:prstGeom prst="rect">
              <a:avLst/>
            </a:prstGeom>
            <a:noFill/>
            <a:ln w="6350">
              <a:solidFill>
                <a:schemeClr val="bg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81146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C7DF6-681F-13D4-5F1F-1121FCCE6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253E3B22-B9CD-02F8-BDBE-4E064366DB83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rgbClr val="000000">
              <a:alpha val="7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3EE6FE5-F5DD-7A37-2E8D-DA94663BD17B}"/>
              </a:ext>
            </a:extLst>
          </p:cNvPr>
          <p:cNvSpPr txBox="1">
            <a:spLocks/>
          </p:cNvSpPr>
          <p:nvPr/>
        </p:nvSpPr>
        <p:spPr>
          <a:xfrm>
            <a:off x="8625" y="52687"/>
            <a:ext cx="1710907" cy="25975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 fontScale="92500" lnSpcReduction="20000"/>
          </a:bodyPr>
          <a:lstStyle>
            <a:defPPr>
              <a:defRPr lang="en-US"/>
            </a:defPPr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PH" sz="1500">
                <a:solidFill>
                  <a:schemeClr val="bg1"/>
                </a:solidFill>
                <a:ea typeface="Calibri Light"/>
                <a:cs typeface="Calibri Light"/>
              </a:rPr>
              <a:t>Login Page</a:t>
            </a:r>
            <a:endParaRPr lang="en-US">
              <a:solidFill>
                <a:schemeClr val="bg1"/>
              </a:solidFill>
              <a:ea typeface="Calibri Light"/>
              <a:cs typeface="Calibri Light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F01AB9E-7BB6-D82A-2A63-27390344CF44}"/>
              </a:ext>
            </a:extLst>
          </p:cNvPr>
          <p:cNvSpPr txBox="1">
            <a:spLocks/>
          </p:cNvSpPr>
          <p:nvPr/>
        </p:nvSpPr>
        <p:spPr>
          <a:xfrm>
            <a:off x="2677982" y="576023"/>
            <a:ext cx="6829246" cy="978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PH">
                <a:solidFill>
                  <a:schemeClr val="bg1"/>
                </a:solidFill>
                <a:latin typeface="HGGothicE"/>
                <a:ea typeface="HGGothicE"/>
                <a:cs typeface="Calibri Light"/>
              </a:rPr>
              <a:t>Login</a:t>
            </a:r>
            <a:endParaRPr lang="en-US">
              <a:solidFill>
                <a:schemeClr val="bg1"/>
              </a:solidFill>
              <a:ea typeface="Calibri Light" panose="020F0302020204030204"/>
              <a:cs typeface="Calibri Light" panose="020F0302020204030204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8D79513-7446-929F-2DCB-3DA63BF86C1D}"/>
              </a:ext>
            </a:extLst>
          </p:cNvPr>
          <p:cNvGrpSpPr/>
          <p:nvPr/>
        </p:nvGrpSpPr>
        <p:grpSpPr>
          <a:xfrm>
            <a:off x="1348911" y="5424026"/>
            <a:ext cx="9485662" cy="978620"/>
            <a:chOff x="1560578" y="5424026"/>
            <a:chExt cx="9485662" cy="978620"/>
          </a:xfrm>
        </p:grpSpPr>
        <p:sp>
          <p:nvSpPr>
            <p:cNvPr id="12" name="Title 1">
              <a:extLst>
                <a:ext uri="{FF2B5EF4-FFF2-40B4-BE49-F238E27FC236}">
                  <a16:creationId xmlns:a16="http://schemas.microsoft.com/office/drawing/2014/main" id="{92FCDD9B-B5C8-B624-BEE7-3C4A16418610}"/>
                </a:ext>
              </a:extLst>
            </p:cNvPr>
            <p:cNvSpPr txBox="1">
              <a:spLocks/>
            </p:cNvSpPr>
            <p:nvPr/>
          </p:nvSpPr>
          <p:spPr>
            <a:xfrm>
              <a:off x="1560578" y="5424027"/>
              <a:ext cx="3685996" cy="978619"/>
            </a:xfrm>
            <a:prstGeom prst="rect">
              <a:avLst/>
            </a:prstGeom>
            <a:ln w="57150">
              <a:solidFill>
                <a:schemeClr val="bg1"/>
              </a:solidFill>
            </a:ln>
          </p:spPr>
          <p:txBody>
            <a:bodyPr vert="horz" lIns="91440" tIns="45720" rIns="91440" bIns="45720" rtlCol="0" anchor="b">
              <a:normAutofit/>
            </a:bodyPr>
            <a:lstStyle>
              <a:defPPr>
                <a:defRPr lang="en-US"/>
              </a:defPPr>
              <a:lvl1pPr marL="0"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PH" sz="5000">
                  <a:solidFill>
                    <a:schemeClr val="bg1"/>
                  </a:solidFill>
                  <a:ea typeface="Calibri Light"/>
                  <a:cs typeface="Calibri Light"/>
                </a:rPr>
                <a:t>Clear Text</a:t>
              </a:r>
              <a:endParaRPr lang="en-US">
                <a:solidFill>
                  <a:schemeClr val="bg1"/>
                </a:solidFill>
                <a:ea typeface="Calibri Light"/>
                <a:cs typeface="Calibri Light"/>
              </a:endParaRPr>
            </a:p>
          </p:txBody>
        </p:sp>
        <p:sp>
          <p:nvSpPr>
            <p:cNvPr id="13" name="Title 1">
              <a:extLst>
                <a:ext uri="{FF2B5EF4-FFF2-40B4-BE49-F238E27FC236}">
                  <a16:creationId xmlns:a16="http://schemas.microsoft.com/office/drawing/2014/main" id="{81E8DE9E-28C0-E2ED-53CD-1FC8BC05F5ED}"/>
                </a:ext>
              </a:extLst>
            </p:cNvPr>
            <p:cNvSpPr txBox="1">
              <a:spLocks/>
            </p:cNvSpPr>
            <p:nvPr/>
          </p:nvSpPr>
          <p:spPr>
            <a:xfrm>
              <a:off x="5730411" y="5424026"/>
              <a:ext cx="5315829" cy="978619"/>
            </a:xfrm>
            <a:prstGeom prst="rect">
              <a:avLst/>
            </a:prstGeom>
            <a:ln w="57150">
              <a:solidFill>
                <a:schemeClr val="bg1"/>
              </a:solidFill>
            </a:ln>
          </p:spPr>
          <p:txBody>
            <a:bodyPr vert="horz" lIns="91440" tIns="45720" rIns="91440" bIns="45720" rtlCol="0" anchor="b">
              <a:normAutofit/>
            </a:bodyPr>
            <a:lstStyle>
              <a:defPPr>
                <a:defRPr lang="en-US"/>
              </a:defPPr>
              <a:lvl1pPr marL="0"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PH" sz="5000">
                  <a:solidFill>
                    <a:schemeClr val="bg1"/>
                  </a:solidFill>
                  <a:ea typeface="Calibri Light"/>
                  <a:cs typeface="Calibri Light"/>
                </a:rPr>
                <a:t>Login</a:t>
              </a:r>
              <a:endParaRPr lang="en-US">
                <a:solidFill>
                  <a:schemeClr val="bg1"/>
                </a:solidFill>
                <a:ea typeface="Calibri Light"/>
                <a:cs typeface="Calibri Light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51B1B37-D12A-260A-4E74-43D2B9B6196C}"/>
              </a:ext>
            </a:extLst>
          </p:cNvPr>
          <p:cNvGrpSpPr/>
          <p:nvPr/>
        </p:nvGrpSpPr>
        <p:grpSpPr>
          <a:xfrm>
            <a:off x="1358178" y="2505903"/>
            <a:ext cx="9678918" cy="1966862"/>
            <a:chOff x="1051261" y="2505903"/>
            <a:chExt cx="9678918" cy="1966862"/>
          </a:xfrm>
        </p:grpSpPr>
        <p:sp>
          <p:nvSpPr>
            <p:cNvPr id="7" name="Title 1">
              <a:extLst>
                <a:ext uri="{FF2B5EF4-FFF2-40B4-BE49-F238E27FC236}">
                  <a16:creationId xmlns:a16="http://schemas.microsoft.com/office/drawing/2014/main" id="{0CBFE515-6667-20EB-1746-D739A1594AFF}"/>
                </a:ext>
              </a:extLst>
            </p:cNvPr>
            <p:cNvSpPr txBox="1">
              <a:spLocks/>
            </p:cNvSpPr>
            <p:nvPr/>
          </p:nvSpPr>
          <p:spPr>
            <a:xfrm>
              <a:off x="1051261" y="2505903"/>
              <a:ext cx="6829246" cy="978619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defPPr>
                <a:defRPr lang="en-US"/>
              </a:defPPr>
              <a:lvl1pPr marL="0"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PH" sz="5000">
                  <a:solidFill>
                    <a:schemeClr val="bg1"/>
                  </a:solidFill>
                  <a:ea typeface="Calibri Light"/>
                  <a:cs typeface="Calibri Light"/>
                </a:rPr>
                <a:t>Username</a:t>
              </a:r>
              <a:endParaRPr lang="en-US">
                <a:solidFill>
                  <a:schemeClr val="bg1"/>
                </a:solidFill>
                <a:ea typeface="Calibri Light"/>
                <a:cs typeface="Calibri Light"/>
              </a:endParaRPr>
            </a:p>
          </p:txBody>
        </p:sp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94F1F84B-A772-07E7-850E-567D93272A55}"/>
                </a:ext>
              </a:extLst>
            </p:cNvPr>
            <p:cNvSpPr txBox="1">
              <a:spLocks/>
            </p:cNvSpPr>
            <p:nvPr/>
          </p:nvSpPr>
          <p:spPr>
            <a:xfrm>
              <a:off x="1326426" y="3494146"/>
              <a:ext cx="6829246" cy="978619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defPPr>
                <a:defRPr lang="en-US"/>
              </a:defPPr>
              <a:lvl1pPr marL="0"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PH" sz="5000">
                  <a:solidFill>
                    <a:schemeClr val="bg1"/>
                  </a:solidFill>
                  <a:ea typeface="Calibri Light"/>
                  <a:cs typeface="Calibri Light"/>
                </a:rPr>
                <a:t>Password</a:t>
              </a:r>
              <a:endParaRPr lang="en-US">
                <a:solidFill>
                  <a:schemeClr val="bg1"/>
                </a:solidFill>
                <a:ea typeface="Calibri Light"/>
                <a:cs typeface="Calibri Light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C08F0E0-71CE-6E27-68C3-6BF16E01A3AE}"/>
                </a:ext>
              </a:extLst>
            </p:cNvPr>
            <p:cNvSpPr txBox="1"/>
            <p:nvPr/>
          </p:nvSpPr>
          <p:spPr>
            <a:xfrm>
              <a:off x="4316679" y="2546867"/>
              <a:ext cx="6413499" cy="899583"/>
            </a:xfrm>
            <a:prstGeom prst="rect">
              <a:avLst/>
            </a:prstGeom>
            <a:noFill/>
            <a:ln w="6350">
              <a:solidFill>
                <a:schemeClr val="bg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6C6352B-F5CD-DD6B-2E37-988041429CD3}"/>
                </a:ext>
              </a:extLst>
            </p:cNvPr>
            <p:cNvSpPr txBox="1"/>
            <p:nvPr/>
          </p:nvSpPr>
          <p:spPr>
            <a:xfrm>
              <a:off x="4316680" y="3531118"/>
              <a:ext cx="6413499" cy="899583"/>
            </a:xfrm>
            <a:prstGeom prst="rect">
              <a:avLst/>
            </a:prstGeom>
            <a:noFill/>
            <a:ln w="6350">
              <a:solidFill>
                <a:schemeClr val="bg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58243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B915F-7FD4-744B-A8FF-E58CFF8188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21547" y="317231"/>
            <a:ext cx="6829246" cy="978619"/>
          </a:xfrm>
        </p:spPr>
        <p:txBody>
          <a:bodyPr/>
          <a:lstStyle/>
          <a:p>
            <a:r>
              <a:rPr lang="en-PH">
                <a:solidFill>
                  <a:schemeClr val="bg1"/>
                </a:solidFill>
                <a:latin typeface="HGGothicE"/>
                <a:ea typeface="HGGothicE"/>
                <a:cs typeface="Calibri Light"/>
              </a:rPr>
              <a:t>STI Adventures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418BA67-05B2-4C79-D360-B3B6EEC9007C}"/>
              </a:ext>
            </a:extLst>
          </p:cNvPr>
          <p:cNvSpPr txBox="1">
            <a:spLocks/>
          </p:cNvSpPr>
          <p:nvPr/>
        </p:nvSpPr>
        <p:spPr>
          <a:xfrm>
            <a:off x="-5752" y="2209291"/>
            <a:ext cx="6829246" cy="9786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PH" sz="5000">
                <a:solidFill>
                  <a:schemeClr val="bg1"/>
                </a:solidFill>
                <a:ea typeface="Calibri Light"/>
                <a:cs typeface="Calibri Light"/>
              </a:rPr>
              <a:t>New</a:t>
            </a:r>
            <a:r>
              <a:rPr lang="en-PH" sz="5000">
                <a:ea typeface="Calibri Light"/>
                <a:cs typeface="Calibri Light"/>
              </a:rPr>
              <a:t> </a:t>
            </a:r>
            <a:r>
              <a:rPr lang="en-PH" sz="5000">
                <a:solidFill>
                  <a:schemeClr val="bg1"/>
                </a:solidFill>
                <a:ea typeface="Calibri Light"/>
                <a:cs typeface="Calibri Light"/>
              </a:rPr>
              <a:t>Game</a:t>
            </a:r>
            <a:endParaRPr lang="en-US" sz="5000">
              <a:solidFill>
                <a:schemeClr val="bg1"/>
              </a:solidFill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C97B4F0-CF02-BE93-70F8-F4E09A8BC609}"/>
              </a:ext>
            </a:extLst>
          </p:cNvPr>
          <p:cNvSpPr txBox="1">
            <a:spLocks/>
          </p:cNvSpPr>
          <p:nvPr/>
        </p:nvSpPr>
        <p:spPr>
          <a:xfrm>
            <a:off x="-5753" y="3186951"/>
            <a:ext cx="6829246" cy="9786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PH" sz="5000">
                <a:solidFill>
                  <a:schemeClr val="bg1"/>
                </a:solidFill>
                <a:ea typeface="Calibri Light"/>
                <a:cs typeface="Calibri Light"/>
              </a:rPr>
              <a:t>Continue Game</a:t>
            </a:r>
            <a:endParaRPr lang="en-US">
              <a:solidFill>
                <a:schemeClr val="bg1"/>
              </a:solidFill>
              <a:ea typeface="Calibri Light"/>
              <a:cs typeface="Calibri Light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53F3098-DA74-B691-1712-F13BE82866CB}"/>
              </a:ext>
            </a:extLst>
          </p:cNvPr>
          <p:cNvSpPr txBox="1">
            <a:spLocks/>
          </p:cNvSpPr>
          <p:nvPr/>
        </p:nvSpPr>
        <p:spPr>
          <a:xfrm>
            <a:off x="-5754" y="4164611"/>
            <a:ext cx="6829246" cy="9786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PH" sz="5000">
                <a:solidFill>
                  <a:schemeClr val="bg1"/>
                </a:solidFill>
                <a:ea typeface="Calibri Light"/>
                <a:cs typeface="Calibri Light"/>
              </a:rPr>
              <a:t>Settings</a:t>
            </a:r>
            <a:endParaRPr lang="en-US">
              <a:solidFill>
                <a:schemeClr val="bg1"/>
              </a:solidFill>
              <a:ea typeface="Calibri Light"/>
              <a:cs typeface="Calibri Light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89626B8-5726-7AA0-F5CC-1314BB12D70F}"/>
              </a:ext>
            </a:extLst>
          </p:cNvPr>
          <p:cNvSpPr txBox="1">
            <a:spLocks/>
          </p:cNvSpPr>
          <p:nvPr/>
        </p:nvSpPr>
        <p:spPr>
          <a:xfrm>
            <a:off x="-5755" y="5142271"/>
            <a:ext cx="6829246" cy="9786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PH" sz="5000">
                <a:solidFill>
                  <a:schemeClr val="bg1"/>
                </a:solidFill>
                <a:ea typeface="Calibri Light"/>
                <a:cs typeface="Calibri Light"/>
              </a:rPr>
              <a:t>About</a:t>
            </a:r>
            <a:endParaRPr lang="en-US">
              <a:solidFill>
                <a:schemeClr val="bg1"/>
              </a:solidFill>
              <a:ea typeface="Calibri Light"/>
              <a:cs typeface="Calibri Ligh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F72D4C8-882D-717F-C03C-B1AEDBE5C646}"/>
              </a:ext>
            </a:extLst>
          </p:cNvPr>
          <p:cNvSpPr txBox="1">
            <a:spLocks/>
          </p:cNvSpPr>
          <p:nvPr/>
        </p:nvSpPr>
        <p:spPr>
          <a:xfrm>
            <a:off x="8625" y="52687"/>
            <a:ext cx="1710907" cy="25975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PH" sz="1500">
                <a:solidFill>
                  <a:srgbClr val="FFFFFF"/>
                </a:solidFill>
                <a:ea typeface="Calibri Light"/>
                <a:cs typeface="Calibri Light"/>
              </a:rPr>
              <a:t>Landing Page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ACAC74-57B1-CD9F-7A1D-0F745A7DCA46}"/>
              </a:ext>
            </a:extLst>
          </p:cNvPr>
          <p:cNvSpPr/>
          <p:nvPr/>
        </p:nvSpPr>
        <p:spPr>
          <a:xfrm>
            <a:off x="4077" y="2397417"/>
            <a:ext cx="3132413" cy="790013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40665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F49B543-2775-413B-BB63-CBDA6EC4E5ED}"/>
              </a:ext>
            </a:extLst>
          </p:cNvPr>
          <p:cNvSpPr txBox="1">
            <a:spLocks/>
          </p:cNvSpPr>
          <p:nvPr/>
        </p:nvSpPr>
        <p:spPr>
          <a:xfrm>
            <a:off x="8625" y="52687"/>
            <a:ext cx="1710907" cy="25975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PH" sz="1500">
                <a:solidFill>
                  <a:schemeClr val="bg1"/>
                </a:solidFill>
                <a:ea typeface="Calibri Light"/>
                <a:cs typeface="Calibri Light"/>
              </a:rPr>
              <a:t>Saved Progression Page</a:t>
            </a:r>
            <a:endParaRPr lang="en-US">
              <a:solidFill>
                <a:schemeClr val="bg1"/>
              </a:solidFill>
              <a:ea typeface="Calibri Light"/>
              <a:cs typeface="Calibri Ligh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4DFB8D-FEC1-538F-284E-8B92C513645A}"/>
              </a:ext>
            </a:extLst>
          </p:cNvPr>
          <p:cNvSpPr/>
          <p:nvPr/>
        </p:nvSpPr>
        <p:spPr>
          <a:xfrm>
            <a:off x="789903" y="826112"/>
            <a:ext cx="2856088" cy="4447822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F5C0C3-1BB8-AF59-036A-E2ACD2C405DE}"/>
              </a:ext>
            </a:extLst>
          </p:cNvPr>
          <p:cNvSpPr/>
          <p:nvPr/>
        </p:nvSpPr>
        <p:spPr>
          <a:xfrm>
            <a:off x="4599903" y="826111"/>
            <a:ext cx="2856088" cy="4447822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6AFEA3-A99B-AA04-F30E-0948B0E527F3}"/>
              </a:ext>
            </a:extLst>
          </p:cNvPr>
          <p:cNvSpPr/>
          <p:nvPr/>
        </p:nvSpPr>
        <p:spPr>
          <a:xfrm>
            <a:off x="8409902" y="826110"/>
            <a:ext cx="2856088" cy="4447822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194BB8-8BD6-242C-07E2-0DB9AB04A7AF}"/>
              </a:ext>
            </a:extLst>
          </p:cNvPr>
          <p:cNvSpPr txBox="1"/>
          <p:nvPr/>
        </p:nvSpPr>
        <p:spPr>
          <a:xfrm>
            <a:off x="892780" y="5551044"/>
            <a:ext cx="2652888" cy="369332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SAVED SLOT 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1227F8-EFD9-9752-A089-1D44335F4E5F}"/>
              </a:ext>
            </a:extLst>
          </p:cNvPr>
          <p:cNvSpPr txBox="1"/>
          <p:nvPr/>
        </p:nvSpPr>
        <p:spPr>
          <a:xfrm>
            <a:off x="4702779" y="5551043"/>
            <a:ext cx="2652888" cy="369332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SAVED SLOT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908B71-E429-AC2D-0FB7-DB62074D4E99}"/>
              </a:ext>
            </a:extLst>
          </p:cNvPr>
          <p:cNvSpPr txBox="1"/>
          <p:nvPr/>
        </p:nvSpPr>
        <p:spPr>
          <a:xfrm>
            <a:off x="8512778" y="5551042"/>
            <a:ext cx="2652888" cy="369332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SAVED SLOT 3</a:t>
            </a:r>
          </a:p>
        </p:txBody>
      </p:sp>
    </p:spTree>
    <p:extLst>
      <p:ext uri="{BB962C8B-B14F-4D97-AF65-F5344CB8AC3E}">
        <p14:creationId xmlns:p14="http://schemas.microsoft.com/office/powerpoint/2010/main" val="661051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6569CF4-40E0-F1B2-2248-2339883BFBE0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rgbClr val="000000">
              <a:alpha val="7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4C23D1-BCA4-72FF-3673-554F7E61319F}"/>
              </a:ext>
            </a:extLst>
          </p:cNvPr>
          <p:cNvSpPr/>
          <p:nvPr/>
        </p:nvSpPr>
        <p:spPr>
          <a:xfrm>
            <a:off x="-852" y="6604"/>
            <a:ext cx="12186993" cy="35564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D9608F3-B828-1945-151A-0E4B04F75294}"/>
              </a:ext>
            </a:extLst>
          </p:cNvPr>
          <p:cNvSpPr txBox="1">
            <a:spLocks/>
          </p:cNvSpPr>
          <p:nvPr/>
        </p:nvSpPr>
        <p:spPr>
          <a:xfrm>
            <a:off x="8625" y="52687"/>
            <a:ext cx="1710907" cy="25975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defPPr>
              <a:defRPr lang="en-US"/>
            </a:defPPr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PH" sz="1500">
                <a:solidFill>
                  <a:schemeClr val="bg1"/>
                </a:solidFill>
                <a:ea typeface="Calibri Light"/>
                <a:cs typeface="Calibri Light"/>
              </a:rPr>
              <a:t>Story and Narrative Page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1D0D70-8751-367B-D8A8-2AEAB30CA60B}"/>
              </a:ext>
            </a:extLst>
          </p:cNvPr>
          <p:cNvSpPr txBox="1"/>
          <p:nvPr/>
        </p:nvSpPr>
        <p:spPr>
          <a:xfrm>
            <a:off x="120265" y="3850105"/>
            <a:ext cx="11962112" cy="5386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Username: 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Lorem ipsum dolor sit </a:t>
            </a:r>
            <a:r>
              <a:rPr lang="en-US" sz="1100" err="1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amet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, </a:t>
            </a:r>
            <a:r>
              <a:rPr lang="en-US" sz="1100" err="1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consectetur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 </a:t>
            </a:r>
            <a:r>
              <a:rPr lang="en-US" sz="1100" err="1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adipiscing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 </a:t>
            </a:r>
            <a:r>
              <a:rPr lang="en-US" sz="1100" err="1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elit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. Sed lorem </a:t>
            </a:r>
            <a:r>
              <a:rPr lang="en-US" sz="1100" err="1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lacus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, </a:t>
            </a:r>
            <a:r>
              <a:rPr lang="en-US" sz="1100" err="1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blandit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 at nisi a, </a:t>
            </a:r>
            <a:r>
              <a:rPr lang="en-US" sz="1100" err="1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aliquet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 porta </a:t>
            </a:r>
            <a:r>
              <a:rPr lang="en-US" sz="1100" err="1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felis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. Integer lacinia dolor sit </a:t>
            </a:r>
            <a:r>
              <a:rPr lang="en-US" sz="1100" err="1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amet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 </a:t>
            </a:r>
            <a:r>
              <a:rPr lang="en-US" sz="1100" err="1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tincidunt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 dictum. Morbi </a:t>
            </a:r>
            <a:r>
              <a:rPr lang="en-US" sz="1100" err="1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mattis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 </a:t>
            </a:r>
            <a:r>
              <a:rPr lang="en-US" sz="1100" err="1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purus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 at </a:t>
            </a:r>
            <a:r>
              <a:rPr lang="en-US" sz="1100" err="1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felis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 </a:t>
            </a:r>
            <a:r>
              <a:rPr lang="en-US" sz="1100" err="1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tincidunt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 gravida.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4F6D39-CA52-C578-066C-2DF8B42FEA24}"/>
              </a:ext>
            </a:extLst>
          </p:cNvPr>
          <p:cNvSpPr txBox="1"/>
          <p:nvPr/>
        </p:nvSpPr>
        <p:spPr>
          <a:xfrm>
            <a:off x="364679" y="4540217"/>
            <a:ext cx="11803962" cy="5386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Narrator/NPC: 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Lorem ipsum dolor sit </a:t>
            </a:r>
            <a:r>
              <a:rPr lang="en-US" sz="1100" err="1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amet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, </a:t>
            </a:r>
            <a:r>
              <a:rPr lang="en-US" sz="1100" err="1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consectetur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 </a:t>
            </a:r>
            <a:r>
              <a:rPr lang="en-US" sz="1100" err="1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adipiscing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 </a:t>
            </a:r>
            <a:r>
              <a:rPr lang="en-US" sz="1100" err="1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elit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. Sed lorem </a:t>
            </a:r>
            <a:r>
              <a:rPr lang="en-US" sz="1100" err="1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lacus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, </a:t>
            </a:r>
            <a:r>
              <a:rPr lang="en-US" sz="1100" err="1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blandit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 at nisi a, </a:t>
            </a:r>
            <a:r>
              <a:rPr lang="en-US" sz="1100" err="1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aliquet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 porta </a:t>
            </a:r>
            <a:r>
              <a:rPr lang="en-US" sz="1100" err="1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felis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. Integer lacinia dolor sit </a:t>
            </a:r>
            <a:r>
              <a:rPr lang="en-US" sz="1100" err="1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amet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 </a:t>
            </a:r>
            <a:r>
              <a:rPr lang="en-US" sz="1100" err="1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tincidunt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 dictum. Morbi </a:t>
            </a:r>
            <a:r>
              <a:rPr lang="en-US" sz="1100" err="1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mattis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 </a:t>
            </a:r>
            <a:r>
              <a:rPr lang="en-US" sz="1100" err="1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purus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 at </a:t>
            </a:r>
            <a:r>
              <a:rPr lang="en-US" sz="1100" err="1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felis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 </a:t>
            </a:r>
            <a:r>
              <a:rPr lang="en-US" sz="1100" err="1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tincidunt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 gravida.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A96EC4-4A1A-B503-50B6-9D7735AB8263}"/>
              </a:ext>
            </a:extLst>
          </p:cNvPr>
          <p:cNvSpPr txBox="1"/>
          <p:nvPr/>
        </p:nvSpPr>
        <p:spPr>
          <a:xfrm>
            <a:off x="163397" y="5172821"/>
            <a:ext cx="11962112" cy="5386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Username: 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Lorem ipsum dolor sit </a:t>
            </a:r>
            <a:r>
              <a:rPr lang="en-US" sz="1100" err="1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amet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, </a:t>
            </a:r>
            <a:r>
              <a:rPr lang="en-US" sz="1100" err="1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consectetur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 </a:t>
            </a:r>
            <a:r>
              <a:rPr lang="en-US" sz="1100" err="1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adipiscing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 </a:t>
            </a:r>
            <a:r>
              <a:rPr lang="en-US" sz="1100" err="1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elit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. Sed lorem </a:t>
            </a:r>
            <a:r>
              <a:rPr lang="en-US" sz="1100" err="1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lacus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, </a:t>
            </a:r>
            <a:r>
              <a:rPr lang="en-US" sz="1100" err="1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blandit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 at nisi a, </a:t>
            </a:r>
            <a:r>
              <a:rPr lang="en-US" sz="1100" err="1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aliquet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 porta </a:t>
            </a:r>
            <a:r>
              <a:rPr lang="en-US" sz="1100" err="1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felis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. Integer lacinia dolor sit </a:t>
            </a:r>
            <a:r>
              <a:rPr lang="en-US" sz="1100" err="1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amet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 </a:t>
            </a:r>
            <a:r>
              <a:rPr lang="en-US" sz="1100" err="1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tincidunt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 dictum. Morbi </a:t>
            </a:r>
            <a:r>
              <a:rPr lang="en-US" sz="1100" err="1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mattis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 </a:t>
            </a:r>
            <a:r>
              <a:rPr lang="en-US" sz="1100" err="1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purus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 at </a:t>
            </a:r>
            <a:r>
              <a:rPr lang="en-US" sz="1100" err="1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felis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 </a:t>
            </a:r>
            <a:r>
              <a:rPr lang="en-US" sz="1100" err="1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tincidunt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 gravida.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F58EC0-3E64-15EC-4FA5-606DA17389A8}"/>
              </a:ext>
            </a:extLst>
          </p:cNvPr>
          <p:cNvSpPr txBox="1"/>
          <p:nvPr/>
        </p:nvSpPr>
        <p:spPr>
          <a:xfrm>
            <a:off x="407811" y="5862933"/>
            <a:ext cx="11803962" cy="5386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Narrator/NPC: 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Lorem ipsum dolor sit </a:t>
            </a:r>
            <a:r>
              <a:rPr lang="en-US" sz="1100" err="1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amet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, </a:t>
            </a:r>
            <a:r>
              <a:rPr lang="en-US" sz="1100" err="1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consectetur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 </a:t>
            </a:r>
            <a:r>
              <a:rPr lang="en-US" sz="1100" err="1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adipiscing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 </a:t>
            </a:r>
            <a:r>
              <a:rPr lang="en-US" sz="1100" err="1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elit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. Sed lorem </a:t>
            </a:r>
            <a:r>
              <a:rPr lang="en-US" sz="1100" err="1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lacus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, </a:t>
            </a:r>
            <a:r>
              <a:rPr lang="en-US" sz="1100" err="1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blandit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 at nisi a, </a:t>
            </a:r>
            <a:r>
              <a:rPr lang="en-US" sz="1100" err="1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aliquet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 porta </a:t>
            </a:r>
            <a:r>
              <a:rPr lang="en-US" sz="1100" err="1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felis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. Integer lacinia dolor sit </a:t>
            </a:r>
            <a:r>
              <a:rPr lang="en-US" sz="1100" err="1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amet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 </a:t>
            </a:r>
            <a:r>
              <a:rPr lang="en-US" sz="1100" err="1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tincidunt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 dictum. Morbi </a:t>
            </a:r>
            <a:r>
              <a:rPr lang="en-US" sz="1100" err="1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mattis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 </a:t>
            </a:r>
            <a:r>
              <a:rPr lang="en-US" sz="1100" err="1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purus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 at </a:t>
            </a:r>
            <a:r>
              <a:rPr lang="en-US" sz="1100" err="1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felis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 </a:t>
            </a:r>
            <a:r>
              <a:rPr lang="en-US" sz="1100" err="1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tincidunt</a:t>
            </a:r>
            <a:r>
              <a:rPr lang="en-US" sz="11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 gravida.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895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143E468-87E5-C5FF-65E5-FABEC46C26D2}"/>
              </a:ext>
            </a:extLst>
          </p:cNvPr>
          <p:cNvSpPr txBox="1">
            <a:spLocks/>
          </p:cNvSpPr>
          <p:nvPr/>
        </p:nvSpPr>
        <p:spPr>
          <a:xfrm>
            <a:off x="8625" y="52687"/>
            <a:ext cx="1710907" cy="25975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defPPr>
              <a:defRPr lang="en-US"/>
            </a:defPPr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PH" sz="1500">
                <a:ea typeface="Calibri Light"/>
                <a:cs typeface="Calibri Light"/>
              </a:rPr>
              <a:t>Main GUI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596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23CCD09-821E-8ACF-6EAF-30E8DC35012C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rgbClr val="000000">
              <a:alpha val="7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A6CC07-8B1B-8072-2AF4-86A4BF30C2FE}"/>
              </a:ext>
            </a:extLst>
          </p:cNvPr>
          <p:cNvSpPr/>
          <p:nvPr/>
        </p:nvSpPr>
        <p:spPr>
          <a:xfrm>
            <a:off x="-852" y="6604"/>
            <a:ext cx="12186993" cy="35564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BD8FB10-F04D-CE28-ED10-7FACC51ED80F}"/>
              </a:ext>
            </a:extLst>
          </p:cNvPr>
          <p:cNvSpPr txBox="1">
            <a:spLocks/>
          </p:cNvSpPr>
          <p:nvPr/>
        </p:nvSpPr>
        <p:spPr>
          <a:xfrm>
            <a:off x="-5752" y="-4822"/>
            <a:ext cx="2027208" cy="31726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defPPr>
              <a:defRPr lang="en-US"/>
            </a:defPPr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PH" sz="1500">
                <a:solidFill>
                  <a:schemeClr val="bg1"/>
                </a:solidFill>
                <a:ea typeface="Calibri Light"/>
                <a:cs typeface="Calibri Light"/>
              </a:rPr>
              <a:t>Choice and Decision Page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FFF6F3-C9D7-E2BF-80C0-AE0D97DF2581}"/>
              </a:ext>
            </a:extLst>
          </p:cNvPr>
          <p:cNvSpPr/>
          <p:nvPr/>
        </p:nvSpPr>
        <p:spPr>
          <a:xfrm>
            <a:off x="2020672" y="5011580"/>
            <a:ext cx="2050733" cy="7016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Choice 1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B1036F-0EAC-70F1-FEA1-F2DC5355D312}"/>
              </a:ext>
            </a:extLst>
          </p:cNvPr>
          <p:cNvSpPr/>
          <p:nvPr/>
        </p:nvSpPr>
        <p:spPr>
          <a:xfrm>
            <a:off x="5068671" y="5011579"/>
            <a:ext cx="2050733" cy="7016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Choice 2</a:t>
            </a: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B1AE8E-E3FE-A61D-DA60-3BD145861717}"/>
              </a:ext>
            </a:extLst>
          </p:cNvPr>
          <p:cNvSpPr/>
          <p:nvPr/>
        </p:nvSpPr>
        <p:spPr>
          <a:xfrm>
            <a:off x="8188557" y="5011578"/>
            <a:ext cx="2050733" cy="7016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Choice 3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8A0473-1ECF-782B-FC81-359BF7610F63}"/>
              </a:ext>
            </a:extLst>
          </p:cNvPr>
          <p:cNvSpPr txBox="1"/>
          <p:nvPr/>
        </p:nvSpPr>
        <p:spPr>
          <a:xfrm>
            <a:off x="3053246" y="3878859"/>
            <a:ext cx="6153660" cy="9233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Scenario </a:t>
            </a:r>
            <a:r>
              <a:rPr lang="en-US" err="1">
                <a:ea typeface="Calibri"/>
                <a:cs typeface="Calibri"/>
              </a:rPr>
              <a:t>Scenario</a:t>
            </a:r>
            <a:r>
              <a:rPr lang="en-US">
                <a:ea typeface="Calibri"/>
                <a:cs typeface="Calibri"/>
              </a:rPr>
              <a:t> </a:t>
            </a:r>
            <a:r>
              <a:rPr lang="en-US" err="1">
                <a:ea typeface="Calibri"/>
                <a:cs typeface="Calibri"/>
              </a:rPr>
              <a:t>Scenario</a:t>
            </a:r>
            <a:r>
              <a:rPr lang="en-US">
                <a:ea typeface="Calibri"/>
                <a:cs typeface="Calibri"/>
              </a:rPr>
              <a:t> </a:t>
            </a:r>
            <a:r>
              <a:rPr lang="en-US" err="1">
                <a:ea typeface="Calibri"/>
                <a:cs typeface="Calibri"/>
              </a:rPr>
              <a:t>Scenario</a:t>
            </a:r>
            <a:r>
              <a:rPr lang="en-US">
                <a:ea typeface="Calibri"/>
                <a:cs typeface="Calibri"/>
              </a:rPr>
              <a:t> </a:t>
            </a:r>
            <a:r>
              <a:rPr lang="en-US" err="1">
                <a:ea typeface="Calibri"/>
                <a:cs typeface="Calibri"/>
              </a:rPr>
              <a:t>Scenario</a:t>
            </a:r>
            <a:r>
              <a:rPr lang="en-US">
                <a:ea typeface="Calibri"/>
                <a:cs typeface="Calibri"/>
              </a:rPr>
              <a:t> </a:t>
            </a:r>
            <a:r>
              <a:rPr lang="en-US" err="1">
                <a:ea typeface="Calibri"/>
                <a:cs typeface="Calibri"/>
              </a:rPr>
              <a:t>Scenario</a:t>
            </a:r>
            <a:r>
              <a:rPr lang="en-US">
                <a:ea typeface="Calibri"/>
                <a:cs typeface="Calibri"/>
              </a:rPr>
              <a:t> </a:t>
            </a:r>
            <a:r>
              <a:rPr lang="en-US" err="1">
                <a:ea typeface="Calibri"/>
                <a:cs typeface="Calibri"/>
              </a:rPr>
              <a:t>Scenario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Scenario </a:t>
            </a:r>
            <a:r>
              <a:rPr lang="en-US" err="1">
                <a:ea typeface="Calibri"/>
                <a:cs typeface="Calibri"/>
              </a:rPr>
              <a:t>Scenario</a:t>
            </a:r>
            <a:r>
              <a:rPr lang="en-US">
                <a:ea typeface="Calibri"/>
                <a:cs typeface="Calibri"/>
              </a:rPr>
              <a:t> </a:t>
            </a:r>
            <a:r>
              <a:rPr lang="en-US" err="1">
                <a:ea typeface="Calibri"/>
                <a:cs typeface="Calibri"/>
              </a:rPr>
              <a:t>Scenario</a:t>
            </a:r>
            <a:r>
              <a:rPr lang="en-US">
                <a:ea typeface="Calibri"/>
                <a:cs typeface="Calibri"/>
              </a:rPr>
              <a:t> </a:t>
            </a:r>
            <a:r>
              <a:rPr lang="en-US" err="1">
                <a:ea typeface="Calibri"/>
                <a:cs typeface="Calibri"/>
              </a:rPr>
              <a:t>Scenario</a:t>
            </a:r>
            <a:r>
              <a:rPr lang="en-US">
                <a:ea typeface="Calibri"/>
                <a:cs typeface="Calibri"/>
              </a:rPr>
              <a:t> </a:t>
            </a:r>
            <a:r>
              <a:rPr lang="en-US" err="1">
                <a:ea typeface="Calibri"/>
                <a:cs typeface="Calibri"/>
              </a:rPr>
              <a:t>Scenario</a:t>
            </a:r>
            <a:r>
              <a:rPr lang="en-US">
                <a:ea typeface="Calibri"/>
                <a:cs typeface="Calibri"/>
              </a:rPr>
              <a:t> </a:t>
            </a:r>
            <a:r>
              <a:rPr lang="en-US" err="1">
                <a:ea typeface="Calibri"/>
                <a:cs typeface="Calibri"/>
              </a:rPr>
              <a:t>Scenario</a:t>
            </a:r>
            <a:r>
              <a:rPr lang="en-US">
                <a:ea typeface="Calibri"/>
                <a:cs typeface="Calibri"/>
              </a:rPr>
              <a:t> </a:t>
            </a:r>
            <a:r>
              <a:rPr lang="en-US" err="1">
                <a:ea typeface="Calibri"/>
                <a:cs typeface="Calibri"/>
              </a:rPr>
              <a:t>Scenario</a:t>
            </a:r>
            <a:r>
              <a:rPr lang="en-US">
                <a:ea typeface="Calibri"/>
                <a:cs typeface="Calibri"/>
              </a:rPr>
              <a:t> </a:t>
            </a:r>
          </a:p>
          <a:p>
            <a:r>
              <a:rPr lang="en-US">
                <a:ea typeface="Calibri"/>
                <a:cs typeface="Calibri"/>
              </a:rPr>
              <a:t>Scenario </a:t>
            </a:r>
            <a:r>
              <a:rPr lang="en-US" err="1">
                <a:ea typeface="Calibri"/>
                <a:cs typeface="Calibri"/>
              </a:rPr>
              <a:t>Scenario</a:t>
            </a:r>
            <a:r>
              <a:rPr lang="en-US">
                <a:ea typeface="Calibri"/>
                <a:cs typeface="Calibri"/>
              </a:rPr>
              <a:t> </a:t>
            </a:r>
            <a:r>
              <a:rPr lang="en-US" err="1">
                <a:ea typeface="Calibri"/>
                <a:cs typeface="Calibri"/>
              </a:rPr>
              <a:t>Scenario</a:t>
            </a:r>
            <a:r>
              <a:rPr lang="en-US">
                <a:ea typeface="Calibri"/>
                <a:cs typeface="Calibri"/>
              </a:rPr>
              <a:t> </a:t>
            </a:r>
            <a:r>
              <a:rPr lang="en-US" err="1">
                <a:ea typeface="Calibri"/>
                <a:cs typeface="Calibri"/>
              </a:rPr>
              <a:t>Scenario</a:t>
            </a:r>
            <a:r>
              <a:rPr lang="en-US">
                <a:ea typeface="Calibri"/>
                <a:cs typeface="Calibri"/>
              </a:rPr>
              <a:t> </a:t>
            </a:r>
            <a:r>
              <a:rPr lang="en-US" err="1">
                <a:ea typeface="Calibri"/>
                <a:cs typeface="Calibri"/>
              </a:rPr>
              <a:t>Scenario</a:t>
            </a:r>
            <a:r>
              <a:rPr lang="en-US">
                <a:ea typeface="Calibri"/>
                <a:cs typeface="Calibri"/>
              </a:rPr>
              <a:t> </a:t>
            </a:r>
            <a:r>
              <a:rPr lang="en-US" err="1">
                <a:ea typeface="Calibri"/>
                <a:cs typeface="Calibri"/>
              </a:rPr>
              <a:t>Scenario</a:t>
            </a:r>
            <a:r>
              <a:rPr lang="en-US">
                <a:ea typeface="Calibri"/>
                <a:cs typeface="Calibri"/>
              </a:rPr>
              <a:t> </a:t>
            </a:r>
            <a:r>
              <a:rPr lang="en-US" err="1">
                <a:ea typeface="Calibri"/>
                <a:cs typeface="Calibri"/>
              </a:rPr>
              <a:t>Scenario</a:t>
            </a:r>
            <a:r>
              <a:rPr lang="en-US">
                <a:ea typeface="Calibri"/>
                <a:cs typeface="Calibri"/>
              </a:rPr>
              <a:t> 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216073-6366-3B00-50FB-3C583BE46C22}"/>
              </a:ext>
            </a:extLst>
          </p:cNvPr>
          <p:cNvSpPr/>
          <p:nvPr/>
        </p:nvSpPr>
        <p:spPr>
          <a:xfrm>
            <a:off x="5111803" y="5989239"/>
            <a:ext cx="2050733" cy="7016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Confirm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655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7EBCBFEC-1164-ACD8-CF3F-E2562BA80565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rgbClr val="000000">
              <a:alpha val="7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C78970-6A88-5741-3577-29DB4AF719E8}"/>
              </a:ext>
            </a:extLst>
          </p:cNvPr>
          <p:cNvSpPr/>
          <p:nvPr/>
        </p:nvSpPr>
        <p:spPr>
          <a:xfrm>
            <a:off x="328609" y="1207008"/>
            <a:ext cx="2851662" cy="44622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3D2F950-2191-2D3E-0E42-9630AB93B9D0}"/>
              </a:ext>
            </a:extLst>
          </p:cNvPr>
          <p:cNvSpPr txBox="1">
            <a:spLocks/>
          </p:cNvSpPr>
          <p:nvPr/>
        </p:nvSpPr>
        <p:spPr>
          <a:xfrm>
            <a:off x="8625" y="52687"/>
            <a:ext cx="1710907" cy="25975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defPPr>
              <a:defRPr lang="en-US"/>
            </a:defPPr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PH" sz="1500">
                <a:solidFill>
                  <a:schemeClr val="bg1"/>
                </a:solidFill>
                <a:ea typeface="Calibri Light"/>
                <a:cs typeface="Calibri Light"/>
              </a:rPr>
              <a:t>World and Map Page</a:t>
            </a:r>
            <a:endParaRPr lang="en-US">
              <a:solidFill>
                <a:schemeClr val="bg1"/>
              </a:solidFill>
              <a:ea typeface="Calibri Light"/>
              <a:cs typeface="Calibri Ligh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79ECE7-14C1-B7A7-B0B8-9DDD11CA1D1F}"/>
              </a:ext>
            </a:extLst>
          </p:cNvPr>
          <p:cNvSpPr txBox="1"/>
          <p:nvPr/>
        </p:nvSpPr>
        <p:spPr>
          <a:xfrm>
            <a:off x="666795" y="1573563"/>
            <a:ext cx="216130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Secret Locations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253C03-8E81-A167-4AE7-5B6CB117294E}"/>
              </a:ext>
            </a:extLst>
          </p:cNvPr>
          <p:cNvSpPr txBox="1"/>
          <p:nvPr/>
        </p:nvSpPr>
        <p:spPr>
          <a:xfrm>
            <a:off x="666795" y="1990506"/>
            <a:ext cx="216130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Saved Destinations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7883E1-C5A0-EC9E-308A-8393E93F6331}"/>
              </a:ext>
            </a:extLst>
          </p:cNvPr>
          <p:cNvSpPr/>
          <p:nvPr/>
        </p:nvSpPr>
        <p:spPr>
          <a:xfrm>
            <a:off x="3602181" y="1762298"/>
            <a:ext cx="1662545" cy="1219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Area 1</a:t>
            </a:r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8EF8976-E909-BA4F-6CCA-733119D104CF}"/>
              </a:ext>
            </a:extLst>
          </p:cNvPr>
          <p:cNvSpPr/>
          <p:nvPr/>
        </p:nvSpPr>
        <p:spPr>
          <a:xfrm>
            <a:off x="6089464" y="1906071"/>
            <a:ext cx="2223261" cy="20099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Area 2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EE6AF4-ED60-A862-A6A6-1BF8831BE33A}"/>
              </a:ext>
            </a:extLst>
          </p:cNvPr>
          <p:cNvSpPr txBox="1"/>
          <p:nvPr/>
        </p:nvSpPr>
        <p:spPr>
          <a:xfrm>
            <a:off x="4929327" y="596227"/>
            <a:ext cx="234852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schemeClr val="bg1"/>
                </a:solidFill>
                <a:ea typeface="Calibri"/>
                <a:cs typeface="Calibri"/>
              </a:rPr>
              <a:t>WORLD MAP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0DE55F-85CC-B26F-CA46-85D03DC9B9E6}"/>
              </a:ext>
            </a:extLst>
          </p:cNvPr>
          <p:cNvSpPr/>
          <p:nvPr/>
        </p:nvSpPr>
        <p:spPr>
          <a:xfrm>
            <a:off x="3918482" y="4148938"/>
            <a:ext cx="1734431" cy="13629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Area 3</a:t>
            </a:r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7DA8A5-0F0F-501A-68E9-0A6ACA0D45A6}"/>
              </a:ext>
            </a:extLst>
          </p:cNvPr>
          <p:cNvSpPr/>
          <p:nvPr/>
        </p:nvSpPr>
        <p:spPr>
          <a:xfrm>
            <a:off x="6377011" y="4479618"/>
            <a:ext cx="2036356" cy="10322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Area 4</a:t>
            </a:r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BA7EB45-9E73-3E59-458E-00E23722855C}"/>
              </a:ext>
            </a:extLst>
          </p:cNvPr>
          <p:cNvSpPr/>
          <p:nvPr/>
        </p:nvSpPr>
        <p:spPr>
          <a:xfrm>
            <a:off x="9156307" y="1207008"/>
            <a:ext cx="2851662" cy="44622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DF08E89-C5B9-985D-CC46-BE0401A6E073}"/>
              </a:ext>
            </a:extLst>
          </p:cNvPr>
          <p:cNvSpPr txBox="1"/>
          <p:nvPr/>
        </p:nvSpPr>
        <p:spPr>
          <a:xfrm>
            <a:off x="9580756" y="1803600"/>
            <a:ext cx="216130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Location Description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47C9E1D-2B74-3E6E-DEDD-2B3973F38424}"/>
              </a:ext>
            </a:extLst>
          </p:cNvPr>
          <p:cNvSpPr/>
          <p:nvPr/>
        </p:nvSpPr>
        <p:spPr>
          <a:xfrm>
            <a:off x="5563985" y="4810298"/>
            <a:ext cx="886690" cy="1884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3D35933-B3C3-16AF-36A3-AF843310777A}"/>
              </a:ext>
            </a:extLst>
          </p:cNvPr>
          <p:cNvSpPr/>
          <p:nvPr/>
        </p:nvSpPr>
        <p:spPr>
          <a:xfrm>
            <a:off x="4333701" y="2737658"/>
            <a:ext cx="487680" cy="16292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BF8EB41-AEB9-24D9-B879-CF8ECE3B7D98}"/>
              </a:ext>
            </a:extLst>
          </p:cNvPr>
          <p:cNvSpPr/>
          <p:nvPr/>
        </p:nvSpPr>
        <p:spPr>
          <a:xfrm>
            <a:off x="5131723" y="2238894"/>
            <a:ext cx="1030778" cy="2105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384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CADF376-C5BF-4C0E-1F50-3E365EC4870E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rgbClr val="000000">
              <a:alpha val="7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4F3390-00D0-97AE-378E-86705CDB01E5}"/>
              </a:ext>
            </a:extLst>
          </p:cNvPr>
          <p:cNvSpPr txBox="1">
            <a:spLocks/>
          </p:cNvSpPr>
          <p:nvPr/>
        </p:nvSpPr>
        <p:spPr>
          <a:xfrm>
            <a:off x="-5752" y="-4822"/>
            <a:ext cx="2027208" cy="317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en-US"/>
            </a:defPPr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PH" sz="1500">
                <a:solidFill>
                  <a:schemeClr val="bg1"/>
                </a:solidFill>
                <a:ea typeface="Calibri Light"/>
                <a:cs typeface="Calibri Light"/>
              </a:rPr>
              <a:t>Inventory and Item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062B8C-56E3-7455-FFCE-8229FDDB8C6E}"/>
              </a:ext>
            </a:extLst>
          </p:cNvPr>
          <p:cNvSpPr/>
          <p:nvPr/>
        </p:nvSpPr>
        <p:spPr>
          <a:xfrm>
            <a:off x="444846" y="509812"/>
            <a:ext cx="5645294" cy="58424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1528FC-632D-2A16-B3EE-6B8BE6A6A368}"/>
              </a:ext>
            </a:extLst>
          </p:cNvPr>
          <p:cNvSpPr/>
          <p:nvPr/>
        </p:nvSpPr>
        <p:spPr>
          <a:xfrm>
            <a:off x="659289" y="790065"/>
            <a:ext cx="919346" cy="91969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ITEM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C696B2-767E-B33D-4A53-9B90074B9F57}"/>
              </a:ext>
            </a:extLst>
          </p:cNvPr>
          <p:cNvSpPr/>
          <p:nvPr/>
        </p:nvSpPr>
        <p:spPr>
          <a:xfrm>
            <a:off x="2025137" y="790064"/>
            <a:ext cx="919346" cy="91969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ITEM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5B3A1D-5416-9357-140E-A81C2FF2617E}"/>
              </a:ext>
            </a:extLst>
          </p:cNvPr>
          <p:cNvSpPr/>
          <p:nvPr/>
        </p:nvSpPr>
        <p:spPr>
          <a:xfrm>
            <a:off x="3448495" y="790063"/>
            <a:ext cx="919346" cy="91969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ITEM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0850F2-053F-2133-0ECE-2362850670E5}"/>
              </a:ext>
            </a:extLst>
          </p:cNvPr>
          <p:cNvSpPr/>
          <p:nvPr/>
        </p:nvSpPr>
        <p:spPr>
          <a:xfrm>
            <a:off x="4871853" y="790062"/>
            <a:ext cx="919346" cy="91969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ITEM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87C805-92DE-3B57-AA5D-AD242952B2F2}"/>
              </a:ext>
            </a:extLst>
          </p:cNvPr>
          <p:cNvSpPr/>
          <p:nvPr/>
        </p:nvSpPr>
        <p:spPr>
          <a:xfrm>
            <a:off x="644911" y="2127159"/>
            <a:ext cx="919346" cy="91969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ITEM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40001C-4B4E-8375-D8A2-0C8B5F2B067D}"/>
              </a:ext>
            </a:extLst>
          </p:cNvPr>
          <p:cNvSpPr/>
          <p:nvPr/>
        </p:nvSpPr>
        <p:spPr>
          <a:xfrm>
            <a:off x="2010759" y="2127158"/>
            <a:ext cx="919346" cy="91969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ITEM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F6C91A-9AD1-3C68-7B1A-31DF6496FE2A}"/>
              </a:ext>
            </a:extLst>
          </p:cNvPr>
          <p:cNvSpPr/>
          <p:nvPr/>
        </p:nvSpPr>
        <p:spPr>
          <a:xfrm>
            <a:off x="3434117" y="2127157"/>
            <a:ext cx="919346" cy="91969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ITEM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ED4EC8-9FEC-48E6-B1FE-184D24ECAB53}"/>
              </a:ext>
            </a:extLst>
          </p:cNvPr>
          <p:cNvSpPr/>
          <p:nvPr/>
        </p:nvSpPr>
        <p:spPr>
          <a:xfrm>
            <a:off x="4857475" y="2127156"/>
            <a:ext cx="919346" cy="91969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ITEM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BC3C3AF-2A6A-AC5D-1F2D-6C7846678CD5}"/>
              </a:ext>
            </a:extLst>
          </p:cNvPr>
          <p:cNvSpPr/>
          <p:nvPr/>
        </p:nvSpPr>
        <p:spPr>
          <a:xfrm>
            <a:off x="644910" y="3435498"/>
            <a:ext cx="919346" cy="91969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ITEM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FB77B70-A62B-1190-ECC6-F54A57DBB972}"/>
              </a:ext>
            </a:extLst>
          </p:cNvPr>
          <p:cNvSpPr/>
          <p:nvPr/>
        </p:nvSpPr>
        <p:spPr>
          <a:xfrm>
            <a:off x="2010758" y="3435497"/>
            <a:ext cx="919346" cy="91969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ITEM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9124D36-6BB7-02F1-6503-DE02642D7DCB}"/>
              </a:ext>
            </a:extLst>
          </p:cNvPr>
          <p:cNvSpPr/>
          <p:nvPr/>
        </p:nvSpPr>
        <p:spPr>
          <a:xfrm>
            <a:off x="3434116" y="3435496"/>
            <a:ext cx="919346" cy="91969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ITEM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4845D9A-07BE-D1C3-DE00-C95F716851A7}"/>
              </a:ext>
            </a:extLst>
          </p:cNvPr>
          <p:cNvSpPr/>
          <p:nvPr/>
        </p:nvSpPr>
        <p:spPr>
          <a:xfrm>
            <a:off x="4857474" y="3435495"/>
            <a:ext cx="919346" cy="91969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ITEM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C18484E-37B2-C6B2-281E-76F349554C62}"/>
              </a:ext>
            </a:extLst>
          </p:cNvPr>
          <p:cNvSpPr/>
          <p:nvPr/>
        </p:nvSpPr>
        <p:spPr>
          <a:xfrm>
            <a:off x="3563511" y="5520211"/>
            <a:ext cx="2227685" cy="57463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Discard</a:t>
            </a:r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E1629BC-A608-2230-90AF-3FEBCF9CB4FD}"/>
              </a:ext>
            </a:extLst>
          </p:cNvPr>
          <p:cNvSpPr/>
          <p:nvPr/>
        </p:nvSpPr>
        <p:spPr>
          <a:xfrm>
            <a:off x="817435" y="5520210"/>
            <a:ext cx="2227685" cy="57463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Keep</a:t>
            </a:r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A2227DE-5AED-17C6-C117-EA4DBC0CAEFB}"/>
              </a:ext>
            </a:extLst>
          </p:cNvPr>
          <p:cNvSpPr/>
          <p:nvPr/>
        </p:nvSpPr>
        <p:spPr>
          <a:xfrm>
            <a:off x="7345977" y="509811"/>
            <a:ext cx="3920011" cy="16154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8E3BDA7-70B2-9169-5B26-95938CAE8C38}"/>
              </a:ext>
            </a:extLst>
          </p:cNvPr>
          <p:cNvSpPr/>
          <p:nvPr/>
        </p:nvSpPr>
        <p:spPr>
          <a:xfrm>
            <a:off x="8092377" y="790059"/>
            <a:ext cx="2428968" cy="107784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ITEM DESCRIPTION FROM INVENTORY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D72A194-046B-C634-BBAB-0830D584A15D}"/>
              </a:ext>
            </a:extLst>
          </p:cNvPr>
          <p:cNvSpPr/>
          <p:nvPr/>
        </p:nvSpPr>
        <p:spPr>
          <a:xfrm>
            <a:off x="7345977" y="2335736"/>
            <a:ext cx="3920011" cy="38871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Plus Sign 29">
            <a:extLst>
              <a:ext uri="{FF2B5EF4-FFF2-40B4-BE49-F238E27FC236}">
                <a16:creationId xmlns:a16="http://schemas.microsoft.com/office/drawing/2014/main" id="{09A8D220-1E60-A695-EAFC-A58F3A43A493}"/>
              </a:ext>
            </a:extLst>
          </p:cNvPr>
          <p:cNvSpPr/>
          <p:nvPr/>
        </p:nvSpPr>
        <p:spPr>
          <a:xfrm>
            <a:off x="8957094" y="3778170"/>
            <a:ext cx="693682" cy="767255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6A0D334-307D-D5E9-7AF0-C1E605C0E110}"/>
              </a:ext>
            </a:extLst>
          </p:cNvPr>
          <p:cNvSpPr/>
          <p:nvPr/>
        </p:nvSpPr>
        <p:spPr>
          <a:xfrm>
            <a:off x="7373510" y="2443455"/>
            <a:ext cx="1480063" cy="14331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ea typeface="Calibri"/>
                <a:cs typeface="Calibri"/>
              </a:rPr>
              <a:t>Item Combination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63F98A3-7E91-1E61-4E27-4C1DB838E724}"/>
              </a:ext>
            </a:extLst>
          </p:cNvPr>
          <p:cNvCxnSpPr/>
          <p:nvPr/>
        </p:nvCxnSpPr>
        <p:spPr>
          <a:xfrm>
            <a:off x="9701048" y="3062871"/>
            <a:ext cx="666018" cy="945930"/>
          </a:xfrm>
          <a:prstGeom prst="straightConnector1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07DCA8F-9A5B-97F4-C692-200F0106E5F4}"/>
              </a:ext>
            </a:extLst>
          </p:cNvPr>
          <p:cNvCxnSpPr>
            <a:cxnSpLocks/>
          </p:cNvCxnSpPr>
          <p:nvPr/>
        </p:nvCxnSpPr>
        <p:spPr>
          <a:xfrm flipH="1">
            <a:off x="8138576" y="2962230"/>
            <a:ext cx="786093" cy="1046572"/>
          </a:xfrm>
          <a:prstGeom prst="straightConnector1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F70F9DFA-FDB2-562E-6994-9B4E98C18D2F}"/>
              </a:ext>
            </a:extLst>
          </p:cNvPr>
          <p:cNvSpPr/>
          <p:nvPr/>
        </p:nvSpPr>
        <p:spPr>
          <a:xfrm>
            <a:off x="8840001" y="2558474"/>
            <a:ext cx="919346" cy="91969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ITEM 2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81D3629-2704-C183-D412-4EB58BADC9C9}"/>
              </a:ext>
            </a:extLst>
          </p:cNvPr>
          <p:cNvCxnSpPr>
            <a:cxnSpLocks/>
          </p:cNvCxnSpPr>
          <p:nvPr/>
        </p:nvCxnSpPr>
        <p:spPr>
          <a:xfrm flipV="1">
            <a:off x="8536482" y="4641405"/>
            <a:ext cx="1499903" cy="2974"/>
          </a:xfrm>
          <a:prstGeom prst="straightConnector1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90027BCC-302E-6386-088D-1BC88F980D48}"/>
              </a:ext>
            </a:extLst>
          </p:cNvPr>
          <p:cNvSpPr/>
          <p:nvPr/>
        </p:nvSpPr>
        <p:spPr>
          <a:xfrm>
            <a:off x="9875170" y="3823681"/>
            <a:ext cx="919346" cy="91969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ITEM 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D5B597D-3A9A-E34F-BC6E-32C1FE192708}"/>
              </a:ext>
            </a:extLst>
          </p:cNvPr>
          <p:cNvSpPr/>
          <p:nvPr/>
        </p:nvSpPr>
        <p:spPr>
          <a:xfrm>
            <a:off x="7804832" y="3823683"/>
            <a:ext cx="919346" cy="91969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ITEM 1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12A87DF-E0F9-F52A-CC24-79B663ACECC6}"/>
              </a:ext>
            </a:extLst>
          </p:cNvPr>
          <p:cNvSpPr/>
          <p:nvPr/>
        </p:nvSpPr>
        <p:spPr>
          <a:xfrm>
            <a:off x="4752699" y="2098759"/>
            <a:ext cx="2659006" cy="265935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ITEM OUTPUT FROM CRAFTING</a:t>
            </a:r>
          </a:p>
          <a:p>
            <a:pPr algn="ctr"/>
            <a:endParaRPr lang="en-US">
              <a:solidFill>
                <a:schemeClr val="tx1"/>
              </a:solidFill>
              <a:ea typeface="Calibri"/>
              <a:cs typeface="Calibri"/>
            </a:endParaRPr>
          </a:p>
          <a:p>
            <a:pPr algn="ctr"/>
            <a:endParaRPr lang="en-US">
              <a:solidFill>
                <a:schemeClr val="tx1"/>
              </a:solidFill>
              <a:ea typeface="Calibri"/>
              <a:cs typeface="Calibri"/>
            </a:endParaRPr>
          </a:p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Description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24E5D7F-EEF2-3DCB-5269-B2F787AF2D1D}"/>
              </a:ext>
            </a:extLst>
          </p:cNvPr>
          <p:cNvSpPr/>
          <p:nvPr/>
        </p:nvSpPr>
        <p:spPr>
          <a:xfrm>
            <a:off x="7617925" y="5520209"/>
            <a:ext cx="1365044" cy="57463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Craft</a:t>
            </a:r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9D9E331-C256-3599-D493-6002C8A519A5}"/>
              </a:ext>
            </a:extLst>
          </p:cNvPr>
          <p:cNvSpPr/>
          <p:nvPr/>
        </p:nvSpPr>
        <p:spPr>
          <a:xfrm>
            <a:off x="9645132" y="5520208"/>
            <a:ext cx="1365044" cy="57463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Remove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237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13D64DC-1BA6-3B8B-9C0D-EC79DC71ECB2}"/>
              </a:ext>
            </a:extLst>
          </p:cNvPr>
          <p:cNvSpPr/>
          <p:nvPr/>
        </p:nvSpPr>
        <p:spPr>
          <a:xfrm>
            <a:off x="0" y="1"/>
            <a:ext cx="12191999" cy="6857999"/>
          </a:xfrm>
          <a:prstGeom prst="rect">
            <a:avLst/>
          </a:prstGeom>
          <a:solidFill>
            <a:srgbClr val="000000">
              <a:alpha val="7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B1665A-8F1A-67AA-8A0C-59D06E7B1E26}"/>
              </a:ext>
            </a:extLst>
          </p:cNvPr>
          <p:cNvSpPr/>
          <p:nvPr/>
        </p:nvSpPr>
        <p:spPr>
          <a:xfrm>
            <a:off x="272318" y="754228"/>
            <a:ext cx="5472766" cy="58424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BA97881-6EFA-B346-D261-E5498797AF79}"/>
              </a:ext>
            </a:extLst>
          </p:cNvPr>
          <p:cNvSpPr/>
          <p:nvPr/>
        </p:nvSpPr>
        <p:spPr>
          <a:xfrm>
            <a:off x="673666" y="1552066"/>
            <a:ext cx="2170176" cy="61776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Health</a:t>
            </a:r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D627733-D8A6-C9C8-A90D-C2640036BC54}"/>
              </a:ext>
            </a:extLst>
          </p:cNvPr>
          <p:cNvSpPr/>
          <p:nvPr/>
        </p:nvSpPr>
        <p:spPr>
          <a:xfrm>
            <a:off x="673665" y="5520215"/>
            <a:ext cx="2170176" cy="61776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Sanity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82D5BC4-34B3-4119-7134-BB27937C0E98}"/>
              </a:ext>
            </a:extLst>
          </p:cNvPr>
          <p:cNvSpPr/>
          <p:nvPr/>
        </p:nvSpPr>
        <p:spPr>
          <a:xfrm>
            <a:off x="673665" y="4528177"/>
            <a:ext cx="2170176" cy="61776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Reputation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102CCF-3812-8F75-03C5-64FF7944265D}"/>
              </a:ext>
            </a:extLst>
          </p:cNvPr>
          <p:cNvSpPr/>
          <p:nvPr/>
        </p:nvSpPr>
        <p:spPr>
          <a:xfrm>
            <a:off x="673662" y="2544101"/>
            <a:ext cx="2170176" cy="61776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Strength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92B9DCD-0614-C771-7307-1022545C5593}"/>
              </a:ext>
            </a:extLst>
          </p:cNvPr>
          <p:cNvSpPr/>
          <p:nvPr/>
        </p:nvSpPr>
        <p:spPr>
          <a:xfrm>
            <a:off x="673661" y="3521761"/>
            <a:ext cx="2170176" cy="6321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Intelligence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6EDFC7E-C3A4-9382-EFD9-1B22CE9D76CC}"/>
              </a:ext>
            </a:extLst>
          </p:cNvPr>
          <p:cNvSpPr/>
          <p:nvPr/>
        </p:nvSpPr>
        <p:spPr>
          <a:xfrm>
            <a:off x="2010759" y="847575"/>
            <a:ext cx="2170176" cy="6177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Player Stats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A62ED4-12A7-979E-56BC-69677F348694}"/>
              </a:ext>
            </a:extLst>
          </p:cNvPr>
          <p:cNvSpPr/>
          <p:nvPr/>
        </p:nvSpPr>
        <p:spPr>
          <a:xfrm>
            <a:off x="3160948" y="1552065"/>
            <a:ext cx="2170176" cy="61776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100/100 HP</a:t>
            </a:r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EACB9F8-6092-2C30-A1EA-9F1BC1D96C79}"/>
              </a:ext>
            </a:extLst>
          </p:cNvPr>
          <p:cNvSpPr/>
          <p:nvPr/>
        </p:nvSpPr>
        <p:spPr>
          <a:xfrm>
            <a:off x="3160947" y="5520214"/>
            <a:ext cx="2170176" cy="61776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100 (decreases overtime)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716A238-8355-51F0-652E-9EA08A7D3B51}"/>
              </a:ext>
            </a:extLst>
          </p:cNvPr>
          <p:cNvSpPr/>
          <p:nvPr/>
        </p:nvSpPr>
        <p:spPr>
          <a:xfrm>
            <a:off x="3160947" y="4528176"/>
            <a:ext cx="2170176" cy="61776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Good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D634D80-34F0-56D4-AA8B-DDB29508C88A}"/>
              </a:ext>
            </a:extLst>
          </p:cNvPr>
          <p:cNvSpPr/>
          <p:nvPr/>
        </p:nvSpPr>
        <p:spPr>
          <a:xfrm>
            <a:off x="3160945" y="2544100"/>
            <a:ext cx="2170176" cy="61776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50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68F2013-AA98-D2F8-7995-BEE2D1CFAE38}"/>
              </a:ext>
            </a:extLst>
          </p:cNvPr>
          <p:cNvSpPr/>
          <p:nvPr/>
        </p:nvSpPr>
        <p:spPr>
          <a:xfrm>
            <a:off x="3160943" y="3521760"/>
            <a:ext cx="2170176" cy="6321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10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9A54139-098E-079E-CA7B-5BDDD4FFE148}"/>
              </a:ext>
            </a:extLst>
          </p:cNvPr>
          <p:cNvSpPr txBox="1">
            <a:spLocks/>
          </p:cNvSpPr>
          <p:nvPr/>
        </p:nvSpPr>
        <p:spPr>
          <a:xfrm>
            <a:off x="-5752" y="-4822"/>
            <a:ext cx="2027208" cy="317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en-US"/>
            </a:defPPr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PH" sz="1500">
                <a:solidFill>
                  <a:schemeClr val="bg1"/>
                </a:solidFill>
                <a:ea typeface="Calibri Light"/>
                <a:cs typeface="Calibri Light"/>
              </a:rPr>
              <a:t>Character and Stats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3C86437-0D9E-607C-5480-4865AB57B6E5}"/>
              </a:ext>
            </a:extLst>
          </p:cNvPr>
          <p:cNvSpPr/>
          <p:nvPr/>
        </p:nvSpPr>
        <p:spPr>
          <a:xfrm>
            <a:off x="6468958" y="768604"/>
            <a:ext cx="5472766" cy="17880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DBBEBE7-15E7-027B-1693-FC152DADFC87}"/>
              </a:ext>
            </a:extLst>
          </p:cNvPr>
          <p:cNvSpPr/>
          <p:nvPr/>
        </p:nvSpPr>
        <p:spPr>
          <a:xfrm>
            <a:off x="8207400" y="861951"/>
            <a:ext cx="2170176" cy="3014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Player Level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1465C1B-A06D-6744-6413-3C8777C92523}"/>
              </a:ext>
            </a:extLst>
          </p:cNvPr>
          <p:cNvSpPr/>
          <p:nvPr/>
        </p:nvSpPr>
        <p:spPr>
          <a:xfrm>
            <a:off x="6812797" y="1365159"/>
            <a:ext cx="4801232" cy="51712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Level 1000</a:t>
            </a:r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7489926-67E4-12EC-DBEE-ECAE2ACEF9E7}"/>
              </a:ext>
            </a:extLst>
          </p:cNvPr>
          <p:cNvSpPr/>
          <p:nvPr/>
        </p:nvSpPr>
        <p:spPr>
          <a:xfrm>
            <a:off x="7387891" y="1983386"/>
            <a:ext cx="3636666" cy="3877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1000 / 2000 EXP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53F9EAC-6C73-F26F-84CD-ACD062240F79}"/>
              </a:ext>
            </a:extLst>
          </p:cNvPr>
          <p:cNvSpPr/>
          <p:nvPr/>
        </p:nvSpPr>
        <p:spPr>
          <a:xfrm>
            <a:off x="6468957" y="3040226"/>
            <a:ext cx="5472765" cy="35564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9E8C219-0D1B-BBEA-C49E-967BB752180E}"/>
              </a:ext>
            </a:extLst>
          </p:cNvPr>
          <p:cNvSpPr/>
          <p:nvPr/>
        </p:nvSpPr>
        <p:spPr>
          <a:xfrm>
            <a:off x="8135513" y="3277346"/>
            <a:ext cx="2170176" cy="3014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Level Up Stats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C3377AD-33A3-5AEB-8344-9FFE6E891B1D}"/>
              </a:ext>
            </a:extLst>
          </p:cNvPr>
          <p:cNvSpPr/>
          <p:nvPr/>
        </p:nvSpPr>
        <p:spPr>
          <a:xfrm>
            <a:off x="7028458" y="3909952"/>
            <a:ext cx="2170176" cy="61776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+ Max HP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B666221-8E93-1FDB-3930-C666EC3EFCFB}"/>
              </a:ext>
            </a:extLst>
          </p:cNvPr>
          <p:cNvSpPr/>
          <p:nvPr/>
        </p:nvSpPr>
        <p:spPr>
          <a:xfrm>
            <a:off x="9443854" y="3909951"/>
            <a:ext cx="2170176" cy="61776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+ Strength</a:t>
            </a:r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6DE9B9D-A813-F4CC-3DEE-69850E259B69}"/>
              </a:ext>
            </a:extLst>
          </p:cNvPr>
          <p:cNvSpPr/>
          <p:nvPr/>
        </p:nvSpPr>
        <p:spPr>
          <a:xfrm>
            <a:off x="7028458" y="4830103"/>
            <a:ext cx="2170176" cy="61776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+ Intelligence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1A71E5B-178B-6A86-6F8C-D8EE51A3D0C7}"/>
              </a:ext>
            </a:extLst>
          </p:cNvPr>
          <p:cNvSpPr/>
          <p:nvPr/>
        </p:nvSpPr>
        <p:spPr>
          <a:xfrm>
            <a:off x="9443854" y="4830102"/>
            <a:ext cx="2170176" cy="61776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+ Sanity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ADBC32F-D04C-21BD-9E44-1BD862943EB9}"/>
              </a:ext>
            </a:extLst>
          </p:cNvPr>
          <p:cNvSpPr/>
          <p:nvPr/>
        </p:nvSpPr>
        <p:spPr>
          <a:xfrm>
            <a:off x="8207401" y="5692744"/>
            <a:ext cx="2170176" cy="6177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LEVEL UP!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779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1AF6BA5-0B38-BE67-6D6B-88FDA2A6050F}"/>
              </a:ext>
            </a:extLst>
          </p:cNvPr>
          <p:cNvSpPr/>
          <p:nvPr/>
        </p:nvSpPr>
        <p:spPr>
          <a:xfrm>
            <a:off x="0" y="-4822"/>
            <a:ext cx="12191999" cy="6857999"/>
          </a:xfrm>
          <a:prstGeom prst="rect">
            <a:avLst/>
          </a:prstGeom>
          <a:solidFill>
            <a:srgbClr val="000000">
              <a:alpha val="7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DE2599E-6094-7096-E78E-1DB806B42D5E}"/>
              </a:ext>
            </a:extLst>
          </p:cNvPr>
          <p:cNvSpPr txBox="1">
            <a:spLocks/>
          </p:cNvSpPr>
          <p:nvPr/>
        </p:nvSpPr>
        <p:spPr>
          <a:xfrm>
            <a:off x="-5752" y="-4822"/>
            <a:ext cx="2027208" cy="317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en-US"/>
            </a:defPPr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PH" sz="1500">
                <a:solidFill>
                  <a:schemeClr val="bg1"/>
                </a:solidFill>
                <a:ea typeface="Calibri Light"/>
                <a:cs typeface="Calibri Light"/>
              </a:rPr>
              <a:t>Combat/Conflict</a:t>
            </a: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F699A2-F3AB-27C3-2333-182C214A3F09}"/>
              </a:ext>
            </a:extLst>
          </p:cNvPr>
          <p:cNvSpPr/>
          <p:nvPr/>
        </p:nvSpPr>
        <p:spPr>
          <a:xfrm>
            <a:off x="1321864" y="581699"/>
            <a:ext cx="2899221" cy="37145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367B39-D79E-1C10-390C-69FD80702D08}"/>
              </a:ext>
            </a:extLst>
          </p:cNvPr>
          <p:cNvSpPr/>
          <p:nvPr/>
        </p:nvSpPr>
        <p:spPr>
          <a:xfrm>
            <a:off x="1723212" y="1163877"/>
            <a:ext cx="2170176" cy="50274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Carlos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233FEE-C0E8-EAA0-5058-6BFB811B5F2E}"/>
              </a:ext>
            </a:extLst>
          </p:cNvPr>
          <p:cNvSpPr/>
          <p:nvPr/>
        </p:nvSpPr>
        <p:spPr>
          <a:xfrm>
            <a:off x="1723211" y="1911499"/>
            <a:ext cx="473648" cy="50274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HP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C80BD5-8C38-480E-B709-46C159498C35}"/>
              </a:ext>
            </a:extLst>
          </p:cNvPr>
          <p:cNvSpPr/>
          <p:nvPr/>
        </p:nvSpPr>
        <p:spPr>
          <a:xfrm>
            <a:off x="2321208" y="1933851"/>
            <a:ext cx="1557866" cy="447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-10</a:t>
            </a: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53A6B02-E8C3-F47F-7090-C2FB0EE0A5EB}"/>
              </a:ext>
            </a:extLst>
          </p:cNvPr>
          <p:cNvSpPr/>
          <p:nvPr/>
        </p:nvSpPr>
        <p:spPr>
          <a:xfrm>
            <a:off x="1723211" y="2659121"/>
            <a:ext cx="2170176" cy="50274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Mana: 100 / 100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933A86-CDE9-0519-8404-E95AEE452637}"/>
              </a:ext>
            </a:extLst>
          </p:cNvPr>
          <p:cNvSpPr/>
          <p:nvPr/>
        </p:nvSpPr>
        <p:spPr>
          <a:xfrm>
            <a:off x="1723210" y="3349234"/>
            <a:ext cx="2170176" cy="50274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Attack: 100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044B79-E514-84F8-C4E2-BB3DC0B73E98}"/>
              </a:ext>
            </a:extLst>
          </p:cNvPr>
          <p:cNvSpPr/>
          <p:nvPr/>
        </p:nvSpPr>
        <p:spPr>
          <a:xfrm>
            <a:off x="8338015" y="624830"/>
            <a:ext cx="3057371" cy="36714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E2ACEF-79B5-99E6-D73A-554787F3DE17}"/>
              </a:ext>
            </a:extLst>
          </p:cNvPr>
          <p:cNvSpPr/>
          <p:nvPr/>
        </p:nvSpPr>
        <p:spPr>
          <a:xfrm>
            <a:off x="8739363" y="1192631"/>
            <a:ext cx="2170176" cy="50274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Ambrose</a:t>
            </a:r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2365E21-8DC4-2149-F483-85D8BA800676}"/>
              </a:ext>
            </a:extLst>
          </p:cNvPr>
          <p:cNvSpPr/>
          <p:nvPr/>
        </p:nvSpPr>
        <p:spPr>
          <a:xfrm>
            <a:off x="8739362" y="1940253"/>
            <a:ext cx="473648" cy="50274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HP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417CD6-11EB-106F-1472-06F0649E231F}"/>
              </a:ext>
            </a:extLst>
          </p:cNvPr>
          <p:cNvSpPr/>
          <p:nvPr/>
        </p:nvSpPr>
        <p:spPr>
          <a:xfrm>
            <a:off x="9337359" y="1962605"/>
            <a:ext cx="1557866" cy="447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∞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BBAE8C9-08A2-95AF-D3B2-A859517E5BE4}"/>
              </a:ext>
            </a:extLst>
          </p:cNvPr>
          <p:cNvSpPr/>
          <p:nvPr/>
        </p:nvSpPr>
        <p:spPr>
          <a:xfrm>
            <a:off x="8739361" y="2687875"/>
            <a:ext cx="2170176" cy="50274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Mana: 1000 / 1000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5875641-5097-0561-CF2E-3213F40AF66E}"/>
              </a:ext>
            </a:extLst>
          </p:cNvPr>
          <p:cNvSpPr/>
          <p:nvPr/>
        </p:nvSpPr>
        <p:spPr>
          <a:xfrm>
            <a:off x="8739360" y="3421120"/>
            <a:ext cx="2170176" cy="50274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Attack: 100000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6AA385E-2FD5-945F-F49F-7955B3E77F87}"/>
              </a:ext>
            </a:extLst>
          </p:cNvPr>
          <p:cNvSpPr/>
          <p:nvPr/>
        </p:nvSpPr>
        <p:spPr>
          <a:xfrm>
            <a:off x="301071" y="4578603"/>
            <a:ext cx="11611899" cy="19461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8AD4983-23C7-4DD6-B021-956024EDE2EC}"/>
              </a:ext>
            </a:extLst>
          </p:cNvPr>
          <p:cNvSpPr/>
          <p:nvPr/>
        </p:nvSpPr>
        <p:spPr>
          <a:xfrm>
            <a:off x="4610445" y="190900"/>
            <a:ext cx="2971107" cy="7815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FINAL BOSS</a:t>
            </a:r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5F638F9-6460-7229-8ACC-7D5605BD8F20}"/>
              </a:ext>
            </a:extLst>
          </p:cNvPr>
          <p:cNvSpPr/>
          <p:nvPr/>
        </p:nvSpPr>
        <p:spPr>
          <a:xfrm>
            <a:off x="616155" y="4772593"/>
            <a:ext cx="1925761" cy="3733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Attack</a:t>
            </a:r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6065AB0-9B11-F0A1-ED3F-FBAA5A1755FA}"/>
              </a:ext>
            </a:extLst>
          </p:cNvPr>
          <p:cNvSpPr/>
          <p:nvPr/>
        </p:nvSpPr>
        <p:spPr>
          <a:xfrm>
            <a:off x="4239248" y="4901989"/>
            <a:ext cx="3248478" cy="50274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Attack 1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3B74E94-623D-4787-DFBA-C5F3961B0192}"/>
              </a:ext>
            </a:extLst>
          </p:cNvPr>
          <p:cNvSpPr/>
          <p:nvPr/>
        </p:nvSpPr>
        <p:spPr>
          <a:xfrm>
            <a:off x="8236155" y="4901989"/>
            <a:ext cx="3147836" cy="50274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Attack 2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ABAD7B6-FB4F-923D-61FF-AF0D9C67DA31}"/>
              </a:ext>
            </a:extLst>
          </p:cNvPr>
          <p:cNvSpPr/>
          <p:nvPr/>
        </p:nvSpPr>
        <p:spPr>
          <a:xfrm>
            <a:off x="4239249" y="5548971"/>
            <a:ext cx="3248477" cy="6896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Skill 1</a:t>
            </a:r>
          </a:p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30 MP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C14CC06-4239-11EF-5124-8F2618C17E1C}"/>
              </a:ext>
            </a:extLst>
          </p:cNvPr>
          <p:cNvSpPr/>
          <p:nvPr/>
        </p:nvSpPr>
        <p:spPr>
          <a:xfrm>
            <a:off x="8236154" y="5563347"/>
            <a:ext cx="3147836" cy="6752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Skill 2</a:t>
            </a:r>
          </a:p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20 MP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8B8FDA4-10C9-A145-D2A3-47AFD1CFA231}"/>
              </a:ext>
            </a:extLst>
          </p:cNvPr>
          <p:cNvSpPr/>
          <p:nvPr/>
        </p:nvSpPr>
        <p:spPr>
          <a:xfrm>
            <a:off x="616155" y="5218291"/>
            <a:ext cx="1925761" cy="3733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Skill</a:t>
            </a:r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BF56073-EF3F-B6C5-CCFD-40B8758545B7}"/>
              </a:ext>
            </a:extLst>
          </p:cNvPr>
          <p:cNvSpPr/>
          <p:nvPr/>
        </p:nvSpPr>
        <p:spPr>
          <a:xfrm>
            <a:off x="616154" y="5707121"/>
            <a:ext cx="1925761" cy="3733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Inventory</a:t>
            </a:r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CB7E7AF-7CCB-E9FC-B756-C54331616BE4}"/>
              </a:ext>
            </a:extLst>
          </p:cNvPr>
          <p:cNvSpPr/>
          <p:nvPr/>
        </p:nvSpPr>
        <p:spPr>
          <a:xfrm>
            <a:off x="2657739" y="4154365"/>
            <a:ext cx="2558365" cy="14372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Inventory (When Clicked)</a:t>
            </a:r>
          </a:p>
          <a:p>
            <a:endParaRPr lang="en-US">
              <a:solidFill>
                <a:schemeClr val="tx1"/>
              </a:solidFill>
              <a:ea typeface="Calibri"/>
              <a:cs typeface="Calibri"/>
            </a:endParaRPr>
          </a:p>
          <a:p>
            <a:endParaRPr lang="en-US">
              <a:solidFill>
                <a:schemeClr val="tx1"/>
              </a:solidFill>
              <a:ea typeface="Calibri"/>
              <a:cs typeface="Calibri"/>
            </a:endParaRPr>
          </a:p>
          <a:p>
            <a:endParaRPr lang="en-US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8B1CA86-7830-B31C-C31B-A88DD8DD477B}"/>
              </a:ext>
            </a:extLst>
          </p:cNvPr>
          <p:cNvSpPr/>
          <p:nvPr/>
        </p:nvSpPr>
        <p:spPr>
          <a:xfrm>
            <a:off x="1763724" y="650389"/>
            <a:ext cx="2036580" cy="4221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ea typeface="Calibri"/>
                <a:cs typeface="Calibri"/>
              </a:rPr>
              <a:t>Level 1 Crook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270948B-DE66-24DE-5AAD-9A3DF3E011A8}"/>
              </a:ext>
            </a:extLst>
          </p:cNvPr>
          <p:cNvSpPr/>
          <p:nvPr/>
        </p:nvSpPr>
        <p:spPr>
          <a:xfrm>
            <a:off x="8851761" y="679143"/>
            <a:ext cx="2036580" cy="4221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ea typeface="Calibri"/>
                <a:cs typeface="Calibri"/>
              </a:rPr>
              <a:t>Level 100 Mafia Boss</a:t>
            </a:r>
          </a:p>
        </p:txBody>
      </p:sp>
    </p:spTree>
    <p:extLst>
      <p:ext uri="{BB962C8B-B14F-4D97-AF65-F5344CB8AC3E}">
        <p14:creationId xmlns:p14="http://schemas.microsoft.com/office/powerpoint/2010/main" val="4199689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B961F2-F75F-462C-110A-AE82C22B757D}"/>
              </a:ext>
            </a:extLst>
          </p:cNvPr>
          <p:cNvSpPr/>
          <p:nvPr/>
        </p:nvSpPr>
        <p:spPr>
          <a:xfrm>
            <a:off x="-5752" y="1"/>
            <a:ext cx="12191999" cy="6857999"/>
          </a:xfrm>
          <a:prstGeom prst="rect">
            <a:avLst/>
          </a:prstGeom>
          <a:solidFill>
            <a:srgbClr val="000000">
              <a:alpha val="7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6A00DE2-4C71-DE31-B7B2-86288A45FFF3}"/>
              </a:ext>
            </a:extLst>
          </p:cNvPr>
          <p:cNvSpPr txBox="1">
            <a:spLocks/>
          </p:cNvSpPr>
          <p:nvPr/>
        </p:nvSpPr>
        <p:spPr>
          <a:xfrm>
            <a:off x="-5752" y="-4822"/>
            <a:ext cx="2027208" cy="317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en-US"/>
            </a:defPPr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PH" sz="1500">
                <a:solidFill>
                  <a:schemeClr val="bg1"/>
                </a:solidFill>
                <a:ea typeface="Calibri Light"/>
                <a:cs typeface="Calibri Light"/>
              </a:rPr>
              <a:t>Death Page</a:t>
            </a: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08B28A-243F-6DDD-FC85-ACEECB0AF014}"/>
              </a:ext>
            </a:extLst>
          </p:cNvPr>
          <p:cNvSpPr/>
          <p:nvPr/>
        </p:nvSpPr>
        <p:spPr>
          <a:xfrm>
            <a:off x="3532143" y="866637"/>
            <a:ext cx="5142088" cy="21761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4000">
                <a:ea typeface="Calibri"/>
                <a:cs typeface="Calibri"/>
              </a:rPr>
              <a:t>YOU DIED!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4AF3F80-6ED1-1840-9289-5516CE7E36C5}"/>
              </a:ext>
            </a:extLst>
          </p:cNvPr>
          <p:cNvSpPr/>
          <p:nvPr/>
        </p:nvSpPr>
        <p:spPr>
          <a:xfrm>
            <a:off x="1318029" y="3310787"/>
            <a:ext cx="9570314" cy="8822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4000">
                <a:ea typeface="Calibri"/>
                <a:cs typeface="Calibri"/>
              </a:rPr>
              <a:t>Return to Last Checkpoint</a:t>
            </a:r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B4F3C7-3726-E258-8543-BEC1296C4959}"/>
              </a:ext>
            </a:extLst>
          </p:cNvPr>
          <p:cNvSpPr/>
          <p:nvPr/>
        </p:nvSpPr>
        <p:spPr>
          <a:xfrm>
            <a:off x="1303650" y="4345370"/>
            <a:ext cx="9570314" cy="8822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4000">
                <a:ea typeface="Calibri"/>
                <a:cs typeface="Calibri"/>
              </a:rPr>
              <a:t>Return to Menu</a:t>
            </a:r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C44F3E-14A9-2ACD-2760-01BFD534460E}"/>
              </a:ext>
            </a:extLst>
          </p:cNvPr>
          <p:cNvSpPr/>
          <p:nvPr/>
        </p:nvSpPr>
        <p:spPr>
          <a:xfrm>
            <a:off x="1303650" y="5381126"/>
            <a:ext cx="9570314" cy="8822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4000">
                <a:ea typeface="Calibri"/>
                <a:cs typeface="Calibri"/>
              </a:rPr>
              <a:t>Quit Game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8629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3E8F8-C9C9-0138-4812-E07C747B7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050ECA-DEAF-73CC-D94C-7520D3127476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rgbClr val="000000">
              <a:alpha val="7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8FB5C51-A684-E2FD-D39D-240FDBE84352}"/>
              </a:ext>
            </a:extLst>
          </p:cNvPr>
          <p:cNvSpPr txBox="1">
            <a:spLocks/>
          </p:cNvSpPr>
          <p:nvPr/>
        </p:nvSpPr>
        <p:spPr>
          <a:xfrm>
            <a:off x="-5752" y="-4822"/>
            <a:ext cx="2027208" cy="317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en-US"/>
            </a:defPPr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PH" sz="1500">
                <a:solidFill>
                  <a:schemeClr val="bg1"/>
                </a:solidFill>
                <a:ea typeface="Calibri Light"/>
                <a:cs typeface="Calibri Light"/>
              </a:rPr>
              <a:t>Settings Page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E22FD9-045E-F0FC-9316-A403E51C0896}"/>
              </a:ext>
            </a:extLst>
          </p:cNvPr>
          <p:cNvSpPr/>
          <p:nvPr/>
        </p:nvSpPr>
        <p:spPr>
          <a:xfrm>
            <a:off x="963429" y="509812"/>
            <a:ext cx="10259627" cy="58424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DD5E6C-41BA-2588-CBC6-C36B15138EE3}"/>
              </a:ext>
            </a:extLst>
          </p:cNvPr>
          <p:cNvSpPr txBox="1"/>
          <p:nvPr/>
        </p:nvSpPr>
        <p:spPr>
          <a:xfrm>
            <a:off x="2402461" y="1012647"/>
            <a:ext cx="216130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Background Music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40533B-26F9-926A-7B58-FE426F9ED07A}"/>
              </a:ext>
            </a:extLst>
          </p:cNvPr>
          <p:cNvSpPr txBox="1"/>
          <p:nvPr/>
        </p:nvSpPr>
        <p:spPr>
          <a:xfrm>
            <a:off x="2402460" y="1531230"/>
            <a:ext cx="216130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Sound Effects (SFX)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FC7D81-0A3E-69A3-9C92-87AB18C35F4E}"/>
              </a:ext>
            </a:extLst>
          </p:cNvPr>
          <p:cNvSpPr txBox="1"/>
          <p:nvPr/>
        </p:nvSpPr>
        <p:spPr>
          <a:xfrm>
            <a:off x="2402461" y="2049813"/>
            <a:ext cx="216130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Ambient Sounds</a:t>
            </a:r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6A7D349-F452-FF88-E284-5C71409E5DB1}"/>
              </a:ext>
            </a:extLst>
          </p:cNvPr>
          <p:cNvSpPr/>
          <p:nvPr/>
        </p:nvSpPr>
        <p:spPr>
          <a:xfrm>
            <a:off x="1661583" y="1090083"/>
            <a:ext cx="235797" cy="2264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996AACE-52C8-D1C8-D438-5DF7F68A72B3}"/>
              </a:ext>
            </a:extLst>
          </p:cNvPr>
          <p:cNvSpPr/>
          <p:nvPr/>
        </p:nvSpPr>
        <p:spPr>
          <a:xfrm>
            <a:off x="1661582" y="1608666"/>
            <a:ext cx="235797" cy="2264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7BD5272-93D1-7F38-9747-1A1C69311BC1}"/>
              </a:ext>
            </a:extLst>
          </p:cNvPr>
          <p:cNvSpPr/>
          <p:nvPr/>
        </p:nvSpPr>
        <p:spPr>
          <a:xfrm>
            <a:off x="1661583" y="2127249"/>
            <a:ext cx="235797" cy="2264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CB88BE6-D0BD-80A2-78E2-023C75CA0597}"/>
              </a:ext>
            </a:extLst>
          </p:cNvPr>
          <p:cNvSpPr/>
          <p:nvPr/>
        </p:nvSpPr>
        <p:spPr>
          <a:xfrm>
            <a:off x="5069416" y="1090082"/>
            <a:ext cx="5463963" cy="2264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179BD2A-8A28-E8AD-E0F9-E222AC970C53}"/>
              </a:ext>
            </a:extLst>
          </p:cNvPr>
          <p:cNvSpPr/>
          <p:nvPr/>
        </p:nvSpPr>
        <p:spPr>
          <a:xfrm>
            <a:off x="5069415" y="1608665"/>
            <a:ext cx="5463963" cy="2264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C82E937-1845-2C73-9FBD-21E33C764BEA}"/>
              </a:ext>
            </a:extLst>
          </p:cNvPr>
          <p:cNvSpPr/>
          <p:nvPr/>
        </p:nvSpPr>
        <p:spPr>
          <a:xfrm>
            <a:off x="5069416" y="2127248"/>
            <a:ext cx="5463963" cy="2264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BE33753-30DE-7FE5-8502-5ADF7A597B36}"/>
              </a:ext>
            </a:extLst>
          </p:cNvPr>
          <p:cNvSpPr/>
          <p:nvPr/>
        </p:nvSpPr>
        <p:spPr>
          <a:xfrm>
            <a:off x="10392832" y="1090082"/>
            <a:ext cx="140547" cy="2264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24F9487-E882-E1A0-3A65-938A4F109F68}"/>
              </a:ext>
            </a:extLst>
          </p:cNvPr>
          <p:cNvSpPr/>
          <p:nvPr/>
        </p:nvSpPr>
        <p:spPr>
          <a:xfrm>
            <a:off x="10392831" y="1608665"/>
            <a:ext cx="140547" cy="2264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C16CC12-2257-8CD5-2632-B605CBD598FC}"/>
              </a:ext>
            </a:extLst>
          </p:cNvPr>
          <p:cNvSpPr/>
          <p:nvPr/>
        </p:nvSpPr>
        <p:spPr>
          <a:xfrm>
            <a:off x="10392832" y="2127248"/>
            <a:ext cx="140547" cy="2264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B761DBC-6BD1-099E-99D1-8341481E3F94}"/>
              </a:ext>
            </a:extLst>
          </p:cNvPr>
          <p:cNvSpPr txBox="1"/>
          <p:nvPr/>
        </p:nvSpPr>
        <p:spPr>
          <a:xfrm>
            <a:off x="4878915" y="1248833"/>
            <a:ext cx="381000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10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3D989BB-C975-7B26-2C65-EA4513ED57E1}"/>
              </a:ext>
            </a:extLst>
          </p:cNvPr>
          <p:cNvSpPr txBox="1"/>
          <p:nvPr/>
        </p:nvSpPr>
        <p:spPr>
          <a:xfrm>
            <a:off x="10297581" y="1248832"/>
            <a:ext cx="476250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100">
                <a:solidFill>
                  <a:schemeClr val="bg1"/>
                </a:solidFill>
                <a:ea typeface="Calibri"/>
                <a:cs typeface="Calibri"/>
              </a:rPr>
              <a:t>100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698B642-181D-3B73-2450-B979E5B69BC1}"/>
              </a:ext>
            </a:extLst>
          </p:cNvPr>
          <p:cNvSpPr txBox="1"/>
          <p:nvPr/>
        </p:nvSpPr>
        <p:spPr>
          <a:xfrm>
            <a:off x="10297580" y="1767415"/>
            <a:ext cx="476250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100">
                <a:solidFill>
                  <a:schemeClr val="bg1"/>
                </a:solidFill>
                <a:ea typeface="Calibri"/>
                <a:cs typeface="Calibri"/>
              </a:rPr>
              <a:t>100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2BBAE7B-DC47-4879-534F-49A2E6405950}"/>
              </a:ext>
            </a:extLst>
          </p:cNvPr>
          <p:cNvSpPr txBox="1"/>
          <p:nvPr/>
        </p:nvSpPr>
        <p:spPr>
          <a:xfrm>
            <a:off x="10297581" y="2285998"/>
            <a:ext cx="476250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100">
                <a:solidFill>
                  <a:schemeClr val="bg1"/>
                </a:solidFill>
                <a:ea typeface="Calibri"/>
                <a:cs typeface="Calibri"/>
              </a:rPr>
              <a:t>100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EE011B-0DC6-2FD8-BF50-2410C6893BD9}"/>
              </a:ext>
            </a:extLst>
          </p:cNvPr>
          <p:cNvSpPr/>
          <p:nvPr/>
        </p:nvSpPr>
        <p:spPr>
          <a:xfrm>
            <a:off x="1474084" y="5499318"/>
            <a:ext cx="1856751" cy="53719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Quit Game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AF5D873-1C1E-2EA3-E73F-B5337AD07D4C}"/>
              </a:ext>
            </a:extLst>
          </p:cNvPr>
          <p:cNvSpPr txBox="1"/>
          <p:nvPr/>
        </p:nvSpPr>
        <p:spPr>
          <a:xfrm>
            <a:off x="4878914" y="1767416"/>
            <a:ext cx="381000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10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CC8076D-7112-C931-E7DE-B2B3DD00ED69}"/>
              </a:ext>
            </a:extLst>
          </p:cNvPr>
          <p:cNvSpPr txBox="1"/>
          <p:nvPr/>
        </p:nvSpPr>
        <p:spPr>
          <a:xfrm>
            <a:off x="4878915" y="2285999"/>
            <a:ext cx="381000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10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374D7ED-A7DD-E00C-7096-94477DDEEF32}"/>
              </a:ext>
            </a:extLst>
          </p:cNvPr>
          <p:cNvSpPr/>
          <p:nvPr/>
        </p:nvSpPr>
        <p:spPr>
          <a:xfrm>
            <a:off x="8676627" y="5499317"/>
            <a:ext cx="1856751" cy="53719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Main Menu</a:t>
            </a:r>
          </a:p>
        </p:txBody>
      </p:sp>
    </p:spTree>
    <p:extLst>
      <p:ext uri="{BB962C8B-B14F-4D97-AF65-F5344CB8AC3E}">
        <p14:creationId xmlns:p14="http://schemas.microsoft.com/office/powerpoint/2010/main" val="2573039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STI Adventures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Marcus Vibar</dc:creator>
  <cp:revision>1</cp:revision>
  <dcterms:created xsi:type="dcterms:W3CDTF">2026-02-25T12:42:14Z</dcterms:created>
  <dcterms:modified xsi:type="dcterms:W3CDTF">2026-02-25T14:07:06Z</dcterms:modified>
</cp:coreProperties>
</file>